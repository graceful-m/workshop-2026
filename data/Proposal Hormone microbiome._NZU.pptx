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9"/>
  </p:notesMasterIdLst>
  <p:sldIdLst>
    <p:sldId id="360" r:id="rId5"/>
    <p:sldId id="368" r:id="rId6"/>
    <p:sldId id="367" r:id="rId7"/>
    <p:sldId id="366" r:id="rId8"/>
    <p:sldId id="365" r:id="rId9"/>
    <p:sldId id="373" r:id="rId10"/>
    <p:sldId id="304" r:id="rId11"/>
    <p:sldId id="363" r:id="rId12"/>
    <p:sldId id="364" r:id="rId13"/>
    <p:sldId id="2147470548" r:id="rId14"/>
    <p:sldId id="258" r:id="rId15"/>
    <p:sldId id="2147470549" r:id="rId16"/>
    <p:sldId id="375" r:id="rId17"/>
    <p:sldId id="305" r:id="rId18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646" autoAdjust="0"/>
    <p:restoredTop sz="83057" autoAdjust="0"/>
  </p:normalViewPr>
  <p:slideViewPr>
    <p:cSldViewPr snapToGrid="0" showGuides="1">
      <p:cViewPr varScale="1">
        <p:scale>
          <a:sx n="131" d="100"/>
          <a:sy n="131" d="100"/>
        </p:scale>
        <p:origin x="1152" y="184"/>
      </p:cViewPr>
      <p:guideLst>
        <p:guide orient="horz" pos="2160"/>
        <p:guide pos="2880"/>
      </p:guideLst>
    </p:cSldViewPr>
  </p:slideViewPr>
  <p:notesTextViewPr>
    <p:cViewPr>
      <p:scale>
        <a:sx n="90" d="100"/>
        <a:sy n="9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DDD7F-FA4A-4A41-86F3-B34744DC67EE}" type="datetimeFigureOut">
              <a:rPr lang="en-ZA" smtClean="0"/>
              <a:pPr/>
              <a:t>2026/06/03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44B4F5-8D4C-41F5-89DB-BF71BAE5CD54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18322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4B4F5-8D4C-41F5-89DB-BF71BAE5CD54}" type="slidenum">
              <a:rPr lang="en-ZA" smtClean="0"/>
              <a:pPr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6101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4B4F5-8D4C-41F5-89DB-BF71BAE5CD54}" type="slidenum">
              <a:rPr lang="en-ZA" smtClean="0"/>
              <a:pPr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07741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ZA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Z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Z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4B4F5-8D4C-41F5-89DB-BF71BAE5CD54}" type="slidenum">
              <a:rPr lang="en-ZA" smtClean="0"/>
              <a:pPr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0746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4B4F5-8D4C-41F5-89DB-BF71BAE5CD54}" type="slidenum">
              <a:rPr lang="en-ZA" smtClean="0"/>
              <a:pPr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05050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4B4F5-8D4C-41F5-89DB-BF71BAE5CD54}" type="slidenum">
              <a:rPr lang="en-ZA" smtClean="0"/>
              <a:pPr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02873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4B4F5-8D4C-41F5-89DB-BF71BAE5CD54}" type="slidenum">
              <a:rPr lang="en-ZA" smtClean="0"/>
              <a:pPr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9251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1E512-8DB1-4B72-BE93-09A00C2E229F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2961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4B4F5-8D4C-41F5-89DB-BF71BAE5CD54}" type="slidenum">
              <a:rPr lang="en-ZA" smtClean="0"/>
              <a:pPr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9019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4B4F5-8D4C-41F5-89DB-BF71BAE5CD54}" type="slidenum">
              <a:rPr lang="en-ZA" smtClean="0"/>
              <a:pPr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2782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35076-7377-3F46-9151-20B9AD626C5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9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4B4F5-8D4C-41F5-89DB-BF71BAE5CD54}" type="slidenum">
              <a:rPr lang="en-ZA" smtClean="0"/>
              <a:pPr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32413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4B4F5-8D4C-41F5-89DB-BF71BAE5CD54}" type="slidenum">
              <a:rPr lang="en-ZA" smtClean="0"/>
              <a:pPr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1627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1E512-8DB1-4B72-BE93-09A00C2E229F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3808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4658" y="1954528"/>
            <a:ext cx="7772400" cy="1470025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0458" y="3687805"/>
            <a:ext cx="6400800" cy="1752600"/>
          </a:xfrm>
        </p:spPr>
        <p:txBody>
          <a:bodyPr/>
          <a:lstStyle>
            <a:lvl1pPr marL="0" indent="0" algn="ctr">
              <a:buNone/>
              <a:defRPr sz="2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ZA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020" y="179205"/>
            <a:ext cx="4253962" cy="1391126"/>
          </a:xfrm>
          <a:prstGeom prst="rect">
            <a:avLst/>
          </a:prstGeom>
        </p:spPr>
      </p:pic>
      <p:pic>
        <p:nvPicPr>
          <p:cNvPr id="25" name="Picture 18" descr="MRC SA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3" t="5586" r="6775" b="6441"/>
          <a:stretch/>
        </p:blipFill>
        <p:spPr bwMode="auto">
          <a:xfrm>
            <a:off x="4903197" y="6523167"/>
            <a:ext cx="194227" cy="23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29"/>
          <p:cNvSpPr txBox="1"/>
          <p:nvPr userDrawn="1"/>
        </p:nvSpPr>
        <p:spPr>
          <a:xfrm>
            <a:off x="5136237" y="6503468"/>
            <a:ext cx="984791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R="2349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7F7F7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CAPRISA hosts a MRC </a:t>
            </a:r>
          </a:p>
          <a:p>
            <a:pPr marR="2349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7F7F7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HIV-TB Pathogenesis and </a:t>
            </a:r>
          </a:p>
          <a:p>
            <a:pPr marR="2349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solidFill>
                  <a:srgbClr val="7F7F7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Treatment Research Unit</a:t>
            </a:r>
            <a:endParaRPr lang="en-ZA" sz="600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3887473" y="6503468"/>
            <a:ext cx="94676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7F7F7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CAPRISA hosts a DST-NRF Centre of Excellence in HIV Prevention</a:t>
            </a:r>
            <a:r>
              <a:rPr lang="en-ZA" sz="6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414" y="6523167"/>
            <a:ext cx="587561" cy="2376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640" y="6523167"/>
            <a:ext cx="704370" cy="237600"/>
          </a:xfrm>
          <a:prstGeom prst="rect">
            <a:avLst/>
          </a:prstGeom>
        </p:spPr>
      </p:pic>
      <p:cxnSp>
        <p:nvCxnSpPr>
          <p:cNvPr id="35" name="Straight Connector 34"/>
          <p:cNvCxnSpPr/>
          <p:nvPr userDrawn="1"/>
        </p:nvCxnSpPr>
        <p:spPr>
          <a:xfrm>
            <a:off x="2378381" y="6489568"/>
            <a:ext cx="0" cy="3047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4849734" y="6489568"/>
            <a:ext cx="0" cy="3047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 userDrawn="1"/>
        </p:nvSpPr>
        <p:spPr>
          <a:xfrm>
            <a:off x="7558020" y="6185929"/>
            <a:ext cx="1585980" cy="620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ZA">
              <a:solidFill>
                <a:prstClr val="white"/>
              </a:solidFill>
            </a:endParaRPr>
          </a:p>
        </p:txBody>
      </p:sp>
      <p:pic>
        <p:nvPicPr>
          <p:cNvPr id="39" name="Picture 9" descr="ukzn-zulu-logo-colour-print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324" y="6523167"/>
            <a:ext cx="748767" cy="23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Connector 40"/>
          <p:cNvCxnSpPr/>
          <p:nvPr userDrawn="1"/>
        </p:nvCxnSpPr>
        <p:spPr>
          <a:xfrm>
            <a:off x="6129504" y="6489568"/>
            <a:ext cx="0" cy="3047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 userDrawn="1"/>
        </p:nvCxnSpPr>
        <p:spPr>
          <a:xfrm>
            <a:off x="8017083" y="6489568"/>
            <a:ext cx="0" cy="3047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 userDrawn="1"/>
        </p:nvSpPr>
        <p:spPr>
          <a:xfrm>
            <a:off x="1453144" y="6503468"/>
            <a:ext cx="893539" cy="276999"/>
          </a:xfrm>
          <a:prstGeom prst="rect">
            <a:avLst/>
          </a:prstGeom>
          <a:noFill/>
        </p:spPr>
        <p:txBody>
          <a:bodyPr wrap="square" lIns="0" tIns="0" rIns="36000" bIns="0" rtlCol="0">
            <a:spAutoFit/>
          </a:bodyPr>
          <a:lstStyle/>
          <a:p>
            <a:pPr eaLnBrk="0" fontAlgn="base" hangingPunct="0">
              <a:spcBef>
                <a:spcPct val="0"/>
              </a:spcBef>
              <a:tabLst>
                <a:tab pos="3868420" algn="l"/>
              </a:tabLst>
            </a:pPr>
            <a:r>
              <a:rPr lang="en-ZA" sz="600" dirty="0">
                <a:solidFill>
                  <a:srgbClr val="7F7F7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CAPRISA is the UNAIDS </a:t>
            </a:r>
          </a:p>
          <a:p>
            <a:pPr eaLnBrk="0" fontAlgn="base" hangingPunct="0">
              <a:spcBef>
                <a:spcPct val="0"/>
              </a:spcBef>
              <a:tabLst>
                <a:tab pos="3868420" algn="l"/>
              </a:tabLst>
            </a:pPr>
            <a:r>
              <a:rPr lang="en-ZA" sz="600" dirty="0">
                <a:solidFill>
                  <a:srgbClr val="7F7F7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Collaborating Centre for</a:t>
            </a:r>
          </a:p>
          <a:p>
            <a:pPr eaLnBrk="0" fontAlgn="base" hangingPunct="0">
              <a:spcBef>
                <a:spcPct val="0"/>
              </a:spcBef>
              <a:tabLst>
                <a:tab pos="3868420" algn="l"/>
              </a:tabLst>
            </a:pPr>
            <a:r>
              <a:rPr lang="en-ZA" sz="600" dirty="0">
                <a:solidFill>
                  <a:srgbClr val="7F7F7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HIV Research and Policy</a:t>
            </a:r>
          </a:p>
        </p:txBody>
      </p:sp>
      <p:pic>
        <p:nvPicPr>
          <p:cNvPr id="45" name="Picture 19" descr="UNAIDS new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05" y="6523167"/>
            <a:ext cx="1255380" cy="23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4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477" y="6523167"/>
            <a:ext cx="1851431" cy="2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40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4658" y="1954528"/>
            <a:ext cx="7772400" cy="1470025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0458" y="3687805"/>
            <a:ext cx="6400800" cy="1752600"/>
          </a:xfrm>
        </p:spPr>
        <p:txBody>
          <a:bodyPr/>
          <a:lstStyle>
            <a:lvl1pPr marL="0" indent="0" algn="ctr">
              <a:buNone/>
              <a:defRPr sz="2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ZA" dirty="0"/>
          </a:p>
        </p:txBody>
      </p:sp>
      <p:sp>
        <p:nvSpPr>
          <p:cNvPr id="38" name="Rectangle 37"/>
          <p:cNvSpPr/>
          <p:nvPr userDrawn="1"/>
        </p:nvSpPr>
        <p:spPr>
          <a:xfrm>
            <a:off x="7558020" y="6185929"/>
            <a:ext cx="1585980" cy="620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ZA">
              <a:solidFill>
                <a:prstClr val="whit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22" y="-969"/>
            <a:ext cx="8364071" cy="169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35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fld id="{64159281-877D-40FF-B000-FD51549FA727}" type="datetimeFigureOut">
              <a:rPr lang="en-ZA">
                <a:solidFill>
                  <a:prstClr val="black"/>
                </a:solidFill>
              </a:rPr>
              <a:pPr>
                <a:defRPr/>
              </a:pPr>
              <a:t>2026/06/03</a:t>
            </a:fld>
            <a:endParaRPr lang="en-Z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endParaRPr lang="en-Z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4DB35E-5BFA-4A1F-91A3-5237748D8180}" type="slidenum">
              <a:rPr lang="en-ZA" altLang="en-US">
                <a:solidFill>
                  <a:prstClr val="black"/>
                </a:solidFill>
                <a:latin typeface="Tahoma" panose="020B060403050404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ZA" altLang="en-US">
              <a:solidFill>
                <a:prstClr val="black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173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fld id="{C5ACC578-5CB8-4263-BC2E-8E6F7FA38BDB}" type="datetimeFigureOut">
              <a:rPr lang="en-ZA">
                <a:solidFill>
                  <a:prstClr val="black"/>
                </a:solidFill>
              </a:rPr>
              <a:pPr>
                <a:defRPr/>
              </a:pPr>
              <a:t>2026/06/03</a:t>
            </a:fld>
            <a:endParaRPr lang="en-Z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endParaRPr lang="en-Z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FAD03D-0223-4EC1-8E86-9F3EE110128F}" type="slidenum">
              <a:rPr lang="en-ZA" altLang="en-US">
                <a:solidFill>
                  <a:prstClr val="black"/>
                </a:solidFill>
                <a:latin typeface="Tahoma" panose="020B060403050404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ZA" altLang="en-US">
              <a:solidFill>
                <a:prstClr val="black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685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fld id="{6F4B9B36-EEC2-4946-9BCE-C16621EEABFD}" type="datetimeFigureOut">
              <a:rPr lang="en-ZA">
                <a:solidFill>
                  <a:prstClr val="black"/>
                </a:solidFill>
              </a:rPr>
              <a:pPr>
                <a:defRPr/>
              </a:pPr>
              <a:t>2026/06/03</a:t>
            </a:fld>
            <a:endParaRPr lang="en-Z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endParaRPr lang="en-Z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80A96F8-BD19-49FF-B364-50B1F92B3358}" type="slidenum">
              <a:rPr lang="en-ZA" altLang="en-US">
                <a:solidFill>
                  <a:prstClr val="black"/>
                </a:solidFill>
                <a:latin typeface="Tahoma" panose="020B060403050404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ZA" altLang="en-US">
              <a:solidFill>
                <a:prstClr val="black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137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fld id="{32661BBB-EA2F-47FC-882A-A5BA7184A59A}" type="datetimeFigureOut">
              <a:rPr lang="en-ZA">
                <a:solidFill>
                  <a:prstClr val="black"/>
                </a:solidFill>
              </a:rPr>
              <a:pPr>
                <a:defRPr/>
              </a:pPr>
              <a:t>2026/06/03</a:t>
            </a:fld>
            <a:endParaRPr lang="en-Z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endParaRPr lang="en-Z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5A3CA3E-0201-4BE0-B0A6-517A54451283}" type="slidenum">
              <a:rPr lang="en-ZA" altLang="en-US">
                <a:solidFill>
                  <a:prstClr val="black"/>
                </a:solidFill>
                <a:latin typeface="Tahoma" panose="020B060403050404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ZA" altLang="en-US">
              <a:solidFill>
                <a:prstClr val="black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632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fld id="{16C22AFB-1355-471D-8034-C28D248A3005}" type="datetimeFigureOut">
              <a:rPr lang="en-ZA">
                <a:solidFill>
                  <a:prstClr val="black"/>
                </a:solidFill>
              </a:rPr>
              <a:pPr>
                <a:defRPr/>
              </a:pPr>
              <a:t>2026/06/03</a:t>
            </a:fld>
            <a:endParaRPr lang="en-Z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endParaRPr lang="en-Z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D6CED6C-ECE4-4505-945A-AA916CE41B3E}" type="slidenum">
              <a:rPr lang="en-ZA" altLang="en-US">
                <a:solidFill>
                  <a:prstClr val="black"/>
                </a:solidFill>
                <a:latin typeface="Tahoma" panose="020B060403050404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ZA" altLang="en-US">
              <a:solidFill>
                <a:prstClr val="black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761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fld id="{1ED50771-3257-47B8-81F3-DA4E66713D32}" type="datetimeFigureOut">
              <a:rPr lang="en-ZA">
                <a:solidFill>
                  <a:prstClr val="black"/>
                </a:solidFill>
              </a:rPr>
              <a:pPr>
                <a:defRPr/>
              </a:pPr>
              <a:t>2026/06/03</a:t>
            </a:fld>
            <a:endParaRPr lang="en-Z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endParaRPr lang="en-Z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705F443-A7C1-451A-9CD1-84BAB0A24326}" type="slidenum">
              <a:rPr lang="en-ZA" altLang="en-US">
                <a:solidFill>
                  <a:prstClr val="black"/>
                </a:solidFill>
                <a:latin typeface="Tahoma" panose="020B060403050404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ZA" altLang="en-US">
              <a:solidFill>
                <a:prstClr val="black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096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fld id="{514B3290-3819-495C-8AB1-8D307C7608E6}" type="datetimeFigureOut">
              <a:rPr lang="en-ZA">
                <a:solidFill>
                  <a:prstClr val="black"/>
                </a:solidFill>
              </a:rPr>
              <a:pPr>
                <a:defRPr/>
              </a:pPr>
              <a:t>2026/06/03</a:t>
            </a:fld>
            <a:endParaRPr lang="en-Z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endParaRPr lang="en-Z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6028A63-FAC7-4270-AC4C-DFBC5E88C83C}" type="slidenum">
              <a:rPr lang="en-ZA" altLang="en-US">
                <a:solidFill>
                  <a:prstClr val="black"/>
                </a:solidFill>
                <a:latin typeface="Tahoma" panose="020B060403050404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ZA" altLang="en-US">
              <a:solidFill>
                <a:prstClr val="black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389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Z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fld id="{0473D0C5-306E-44D7-88C6-C9E0D6F8CDBA}" type="datetimeFigureOut">
              <a:rPr lang="en-ZA">
                <a:solidFill>
                  <a:prstClr val="black"/>
                </a:solidFill>
              </a:rPr>
              <a:pPr>
                <a:defRPr/>
              </a:pPr>
              <a:t>2026/06/03</a:t>
            </a:fld>
            <a:endParaRPr lang="en-Z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endParaRPr lang="en-Z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86E0CEE-DA97-4185-B902-E9020488AFC1}" type="slidenum">
              <a:rPr lang="en-ZA" altLang="en-US">
                <a:solidFill>
                  <a:prstClr val="black"/>
                </a:solidFill>
                <a:latin typeface="Tahoma" panose="020B060403050404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ZA" altLang="en-US">
              <a:solidFill>
                <a:prstClr val="black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66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fld id="{711ECFCF-31ED-480F-ADCF-CB12C8A90DC7}" type="datetimeFigureOut">
              <a:rPr lang="en-ZA">
                <a:solidFill>
                  <a:prstClr val="black"/>
                </a:solidFill>
              </a:rPr>
              <a:pPr>
                <a:defRPr/>
              </a:pPr>
              <a:t>2026/06/03</a:t>
            </a:fld>
            <a:endParaRPr lang="en-Z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endParaRPr lang="en-Z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46B3CEA-8A42-4971-AF50-DE640C49CE92}" type="slidenum">
              <a:rPr lang="en-ZA" altLang="en-US">
                <a:solidFill>
                  <a:prstClr val="black"/>
                </a:solidFill>
                <a:latin typeface="Tahoma" panose="020B060403050404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ZA" altLang="en-US">
              <a:solidFill>
                <a:prstClr val="black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771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fld id="{59CB195C-44BF-425E-B048-1B6A3B330E0E}" type="datetimeFigureOut">
              <a:rPr lang="en-ZA">
                <a:solidFill>
                  <a:prstClr val="black"/>
                </a:solidFill>
              </a:rPr>
              <a:pPr>
                <a:defRPr/>
              </a:pPr>
              <a:t>2026/06/03</a:t>
            </a:fld>
            <a:endParaRPr lang="en-Z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endParaRPr lang="en-Z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7280430-AEAF-4C0E-A23C-6F8EFAB074FA}" type="slidenum">
              <a:rPr lang="en-ZA" altLang="en-US">
                <a:solidFill>
                  <a:prstClr val="black"/>
                </a:solidFill>
                <a:latin typeface="Tahoma" panose="020B060403050404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ZA" altLang="en-US">
              <a:solidFill>
                <a:prstClr val="black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075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§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733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40842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§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7142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0139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327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§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3812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24888" y="63500"/>
            <a:ext cx="519112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rgbClr val="000000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FC1E48F-67CD-49AF-89C8-3CCDCB551F98}" type="slidenum">
              <a:rPr lang="en-US"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454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60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ZA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ZA" alt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185" y="6375960"/>
            <a:ext cx="1218225" cy="39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72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8" r:id="rId15"/>
    <p:sldLayoutId id="2147483692" r:id="rId16"/>
    <p:sldLayoutId id="2147483700" r:id="rId17"/>
    <p:sldLayoutId id="2147483743" r:id="rId18"/>
    <p:sldLayoutId id="2147483771" r:id="rId19"/>
    <p:sldLayoutId id="2147483773" r:id="rId2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3.xml"/><Relationship Id="rId7" Type="http://schemas.openxmlformats.org/officeDocument/2006/relationships/image" Target="../media/image1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0.xml"/><Relationship Id="rId4" Type="http://schemas.openxmlformats.org/officeDocument/2006/relationships/tags" Target="../tags/tag4.xml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6F58C645-5143-4C4C-99E3-AB6ECE019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649" y="3942763"/>
            <a:ext cx="7124700" cy="776297"/>
          </a:xfrm>
        </p:spPr>
        <p:txBody>
          <a:bodyPr/>
          <a:lstStyle/>
          <a:p>
            <a:endParaRPr lang="en-US" sz="18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ED48D4-0E1A-304A-8BC5-0249DF7F7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824" y="1897593"/>
            <a:ext cx="8568351" cy="2045170"/>
          </a:xfrm>
        </p:spPr>
        <p:txBody>
          <a:bodyPr/>
          <a:lstStyle/>
          <a:p>
            <a:r>
              <a:rPr lang="en-ZA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Hormone-Microbiome Interactions and Reproductive Health Outcomes in African Women</a:t>
            </a:r>
            <a:endParaRPr lang="en-US" sz="3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A3D9FD-5644-4D49-B6CD-9A6999756338}"/>
              </a:ext>
            </a:extLst>
          </p:cNvPr>
          <p:cNvSpPr/>
          <p:nvPr/>
        </p:nvSpPr>
        <p:spPr>
          <a:xfrm>
            <a:off x="0" y="5590428"/>
            <a:ext cx="6858000" cy="1110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Z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Supervisor:</a:t>
            </a:r>
            <a:endParaRPr lang="en-ZA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Z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Co-Supervisor: </a:t>
            </a:r>
            <a:endParaRPr lang="en-ZA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ZA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1C2362-EC09-5831-F12B-7FD11B75736A}"/>
              </a:ext>
            </a:extLst>
          </p:cNvPr>
          <p:cNvSpPr txBox="1"/>
          <p:nvPr/>
        </p:nvSpPr>
        <p:spPr>
          <a:xfrm>
            <a:off x="3947312" y="4719060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PhD Proposal</a:t>
            </a:r>
          </a:p>
        </p:txBody>
      </p:sp>
    </p:spTree>
    <p:extLst>
      <p:ext uri="{BB962C8B-B14F-4D97-AF65-F5344CB8AC3E}">
        <p14:creationId xmlns:p14="http://schemas.microsoft.com/office/powerpoint/2010/main" val="741233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5377AE-1990-EABC-A930-2549B66CA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80052" y="1839784"/>
            <a:ext cx="4768218" cy="333775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F3625A-0389-8A0F-6EB6-601CC55DC8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2899026"/>
            <a:ext cx="3757793" cy="2685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6150CC-FE5D-9263-D00E-47A589EF1CD6}"/>
              </a:ext>
            </a:extLst>
          </p:cNvPr>
          <p:cNvSpPr txBox="1"/>
          <p:nvPr/>
        </p:nvSpPr>
        <p:spPr>
          <a:xfrm>
            <a:off x="-94523" y="5786024"/>
            <a:ext cx="87738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i="1" dirty="0">
                <a:highlight>
                  <a:srgbClr val="C0C0C0"/>
                </a:highlight>
              </a:rPr>
              <a:t>The vaginal microbiome is a complex ecosystem that plays a crucial role in women's reproductive health.</a:t>
            </a:r>
          </a:p>
          <a:p>
            <a:endParaRPr lang="en-ZA" sz="2000" dirty="0">
              <a:highlight>
                <a:srgbClr val="C0C0C0"/>
              </a:highlight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69D547-D0DB-4BBC-66F9-F67115F8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8943"/>
            <a:ext cx="7886700" cy="589208"/>
          </a:xfrm>
        </p:spPr>
        <p:txBody>
          <a:bodyPr>
            <a:noAutofit/>
          </a:bodyPr>
          <a:lstStyle/>
          <a:p>
            <a:r>
              <a:rPr lang="en-ZA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Vaginal </a:t>
            </a:r>
            <a:r>
              <a:rPr lang="en-ZA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Eubiotic</a:t>
            </a:r>
            <a:r>
              <a:rPr lang="en-ZA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Microbiome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75BD1C-856F-EEF7-6EB5-0139EE0EA3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24" y="1764967"/>
            <a:ext cx="3606055" cy="113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7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18F3A0-7EFA-07C6-F6BF-9ABA079852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1400" y="1059816"/>
            <a:ext cx="6769100" cy="4738368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178DB4-C374-A2B6-1A5F-016864966DCF}"/>
              </a:ext>
            </a:extLst>
          </p:cNvPr>
          <p:cNvSpPr txBox="1"/>
          <p:nvPr/>
        </p:nvSpPr>
        <p:spPr>
          <a:xfrm>
            <a:off x="0" y="5842337"/>
            <a:ext cx="7886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>
                <a:highlight>
                  <a:srgbClr val="C0C0C0"/>
                </a:highlight>
              </a:rPr>
              <a:t>BV: common, non-sexually transmitted condition caused by an overgrowth of harmful anaerobic bacteria, and a decrease in good bacteria </a:t>
            </a:r>
            <a:endParaRPr lang="en-US" sz="2000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EFABDA-8E9E-32D1-31AC-7E3DAECC9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30" y="181745"/>
            <a:ext cx="7886700" cy="589208"/>
          </a:xfrm>
        </p:spPr>
        <p:txBody>
          <a:bodyPr>
            <a:noAutofit/>
          </a:bodyPr>
          <a:lstStyle/>
          <a:p>
            <a:r>
              <a:rPr lang="en-ZA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Vaginal Microbiota Dysbiosis</a:t>
            </a:r>
            <a:endParaRPr lang="en-US" sz="3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586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4EF9602-1548-C47B-97AF-83A4BB724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0" y="1034749"/>
            <a:ext cx="4779996" cy="4261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52656F-B0EF-0754-F063-C0AE304AF279}"/>
              </a:ext>
            </a:extLst>
          </p:cNvPr>
          <p:cNvSpPr txBox="1"/>
          <p:nvPr/>
        </p:nvSpPr>
        <p:spPr>
          <a:xfrm>
            <a:off x="190500" y="6200745"/>
            <a:ext cx="6769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>
                <a:highlight>
                  <a:srgbClr val="C0C0C0"/>
                </a:highlight>
              </a:rPr>
              <a:t>The vaginal metabolome undergoes a profound shift during BV </a:t>
            </a:r>
            <a:endParaRPr lang="en-US" sz="2000" dirty="0">
              <a:highlight>
                <a:srgbClr val="C0C0C0"/>
              </a:highlight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67CA6C7-C59F-0F0A-56D9-11958BB13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30" y="181745"/>
            <a:ext cx="7886700" cy="589208"/>
          </a:xfrm>
        </p:spPr>
        <p:txBody>
          <a:bodyPr>
            <a:noAutofit/>
          </a:bodyPr>
          <a:lstStyle/>
          <a:p>
            <a:r>
              <a:rPr lang="en-ZA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Dysbiotic Vaginal Microbiota-Metabolome</a:t>
            </a:r>
            <a:endParaRPr lang="en-US" sz="3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80B14DCE-7B8C-DA6E-DA96-9556564F1F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7708283"/>
              </p:ext>
            </p:extLst>
          </p:nvPr>
        </p:nvGraphicFramePr>
        <p:xfrm>
          <a:off x="5519727" y="1432560"/>
          <a:ext cx="3319473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873">
                  <a:extLst>
                    <a:ext uri="{9D8B030D-6E8A-4147-A177-3AD203B41FA5}">
                      <a16:colId xmlns:a16="http://schemas.microsoft.com/office/drawing/2014/main" val="61967027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443929593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1201713066"/>
                    </a:ext>
                  </a:extLst>
                </a:gridCol>
              </a:tblGrid>
              <a:tr h="618962">
                <a:tc>
                  <a:txBody>
                    <a:bodyPr/>
                    <a:lstStyle/>
                    <a:p>
                      <a:pPr algn="ctr"/>
                      <a:r>
                        <a:rPr lang="en-ZA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Metabolite Group 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Compounds</a:t>
                      </a:r>
                      <a:endParaRPr lang="en-ZA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Adverse impact</a:t>
                      </a:r>
                      <a:endParaRPr lang="en-ZA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182607"/>
                  </a:ext>
                </a:extLst>
              </a:tr>
              <a:tr h="17279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ZA" sz="1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Organic Acids</a:t>
                      </a:r>
                    </a:p>
                    <a:p>
                      <a:pPr algn="ctr">
                        <a:buNone/>
                      </a:pPr>
                      <a:r>
                        <a:rPr lang="en-ZA" sz="9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(Short-chains &amp; Organic fatty acids)</a:t>
                      </a:r>
                      <a:endParaRPr lang="en-ZA" sz="9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High: Succinate, Acetate,  Malonate</a:t>
                      </a:r>
                      <a:endParaRPr lang="en-ZA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ZA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Disrupt vaginal epithelial barrier</a:t>
                      </a:r>
                    </a:p>
                    <a:p>
                      <a:pPr marL="171450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ZA" sz="9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Toxic to the local host cells</a:t>
                      </a:r>
                    </a:p>
                    <a:p>
                      <a:pPr marL="171450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ZA" sz="9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Recruit inflammatory cells, and actively</a:t>
                      </a:r>
                      <a:endParaRPr lang="en-ZA" sz="9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836675"/>
                  </a:ext>
                </a:extLst>
              </a:tr>
              <a:tr h="10316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Biogenic Amines</a:t>
                      </a:r>
                      <a:endParaRPr lang="en-ZA" sz="14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High: Putrescine, Cadaverine, Tyramine</a:t>
                      </a:r>
                      <a:endParaRPr lang="en-ZA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ZA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Malodour </a:t>
                      </a:r>
                    </a:p>
                    <a:p>
                      <a:pPr marL="171450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ZA" sz="11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Fishy </a:t>
                      </a:r>
                      <a:r>
                        <a:rPr lang="en-ZA" sz="11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ordor</a:t>
                      </a:r>
                      <a:endParaRPr lang="en-ZA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71354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5E97F8-4AF3-4C7C-59F7-2F5E4B6383B5}"/>
              </a:ext>
            </a:extLst>
          </p:cNvPr>
          <p:cNvCxnSpPr/>
          <p:nvPr/>
        </p:nvCxnSpPr>
        <p:spPr>
          <a:xfrm>
            <a:off x="4970496" y="3429000"/>
            <a:ext cx="4270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167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E19D-8C9B-B5C4-3B18-37D96BBD4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BV-STI coinfection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D5334B-57D3-AA98-EB7E-0C2A90C5B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2070845"/>
            <a:ext cx="8229600" cy="358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9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27927-658D-A325-89CC-A342FE247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31837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17A3E-4AAE-A270-0868-1AD7C15E7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962" y="1600201"/>
            <a:ext cx="8111837" cy="4468090"/>
          </a:xfrm>
        </p:spPr>
        <p:txBody>
          <a:bodyPr/>
          <a:lstStyle/>
          <a:p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vaginal microbiome is central to reproductive health, yet African women remain underrepresented in microbiome studies, limiting region-specific interpretation</a:t>
            </a:r>
          </a:p>
          <a:p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Vaginal dysbiosis is linked to BV, STIs, high-risk HPV, inflammation, and adverse pregnancy outcomes</a:t>
            </a:r>
          </a:p>
          <a:p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Hormonal changes during pregnancy and postpartum may disrupt microbiome stability and affect recovery trajectories</a:t>
            </a:r>
          </a:p>
          <a:p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Exogenous progestins such as DMPA may alter genital tract mucosal endpoints, although findings across studies remain mixed</a:t>
            </a:r>
          </a:p>
          <a:p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hormone, microbiome, cytokine, and infection data may reveal biomarkers relevant to reproductive health in African women</a:t>
            </a:r>
          </a:p>
        </p:txBody>
      </p:sp>
    </p:spTree>
    <p:extLst>
      <p:ext uri="{BB962C8B-B14F-4D97-AF65-F5344CB8AC3E}">
        <p14:creationId xmlns:p14="http://schemas.microsoft.com/office/powerpoint/2010/main" val="2675408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C25D-A88C-4E42-9C54-4453BAD0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780876" y="265221"/>
            <a:ext cx="7895283" cy="760389"/>
          </a:xfrm>
        </p:spPr>
        <p:txBody>
          <a:bodyPr/>
          <a:lstStyle/>
          <a:p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</a:t>
            </a:r>
            <a:r>
              <a:rPr lang="en-GB" sz="27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6DC5-41CA-4AB5-B279-46BFFAB70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320" y="1267149"/>
            <a:ext cx="8237839" cy="4701165"/>
          </a:xfrm>
        </p:spPr>
        <p:txBody>
          <a:bodyPr/>
          <a:lstStyle/>
          <a:p>
            <a:pPr marL="0" indent="0">
              <a:buNone/>
            </a:pPr>
            <a:r>
              <a:rPr lang="en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1</a:t>
            </a:r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characterize longitudinal hormone dynamics during pregnancy and postpartum period, and to determine the association with vaginal microbiome composition stability and pregnancy outcome</a:t>
            </a:r>
          </a:p>
          <a:p>
            <a:pPr lvl="0"/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longitudinally quantify reproductive hormone concentrations, including oestrogen (E2), progesterone (P4), medroxyprogesterone acetate (MPA), and norethisterone enanthate (NET‑EN), during pregnancy and postpartum period</a:t>
            </a:r>
          </a:p>
          <a:p>
            <a:pPr lvl="0"/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how reproductive hormone profiles influence vaginal microbiome composition and their relationship with pregnancy outcomes</a:t>
            </a:r>
          </a:p>
          <a:p>
            <a:pPr lvl="0"/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fluctuations in reproductive hormones influence vaginal microbiome composition and stability, contributing to differential pregnancy outcomes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4718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539A4-8E7F-9EE2-D6E7-518BF3CA2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435935"/>
            <a:ext cx="8140700" cy="627062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9310E-7E32-C409-538D-D34656508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477" y="1388154"/>
            <a:ext cx="8358146" cy="4853157"/>
          </a:xfrm>
        </p:spPr>
        <p:txBody>
          <a:bodyPr/>
          <a:lstStyle/>
          <a:p>
            <a:pPr marL="0" indent="0">
              <a:buNone/>
            </a:pPr>
            <a:r>
              <a:rPr lang="en-ZA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2 </a:t>
            </a:r>
            <a:endParaRPr lang="en-Z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Z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how vaginal microbiome composition and dominance states influence genital infection burden (BV and STIs), high-risk HPV detection, and mucosal inflammatory responses among young South African women.</a:t>
            </a:r>
          </a:p>
          <a:p>
            <a:pPr marL="0" indent="0">
              <a:buNone/>
            </a:pPr>
            <a:r>
              <a:rPr lang="en-Z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ZA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Z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Z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Characterize vaginal microbiome composition across groups stratified by baseline infection status: no BV/STI, BV only, STI only, and BV-STI coinfection.</a:t>
            </a:r>
          </a:p>
          <a:p>
            <a:pPr lvl="0"/>
            <a:r>
              <a:rPr lang="en-Z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associations between vaginal microbiome states and infection burden levels (no infection, single infection, BV-STI coinfection), with nested analyses for high-risk HPV.</a:t>
            </a:r>
          </a:p>
          <a:p>
            <a:pPr lvl="0"/>
            <a:r>
              <a:rPr lang="en-Z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whether Lactobacillus-dominant vs. non-Lactobacillus-dominant vaginal microbiome states are linked to differences in genital inflammatory cytokine profiles, independent of clinical infection status, using stratified group comparisons and multivariable models.</a:t>
            </a:r>
          </a:p>
          <a:p>
            <a:pPr marL="0" indent="0">
              <a:buNone/>
            </a:pPr>
            <a:endParaRPr lang="en-ZA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ZA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</a:p>
          <a:p>
            <a:r>
              <a:rPr lang="en-Z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Vaginal microbiome dysbiosis increases progressively across infection states, with the greatest disruption observed in BV-STI coinfection.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309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89ED-D862-A7B8-50E2-361743848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447878"/>
            <a:ext cx="8229600" cy="677862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A47FE-8B81-35C4-91F2-26B9D73C8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9574"/>
            <a:ext cx="8229600" cy="4727944"/>
          </a:xfrm>
        </p:spPr>
        <p:txBody>
          <a:bodyPr/>
          <a:lstStyle/>
          <a:p>
            <a:pPr marL="0" indent="0">
              <a:buNone/>
            </a:pPr>
            <a:r>
              <a:rPr lang="en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3</a:t>
            </a:r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vaginal microbiome composition and genital cytokine profiles amongst women from different African countries and determine relationship between specific microbial taxa and genital cytokine profiles</a:t>
            </a:r>
          </a:p>
          <a:p>
            <a:pPr marL="0" lvl="0" indent="0">
              <a:buNone/>
            </a:pPr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characterize vaginal microbiome composition and cytokine milieu amongst women from different African countries </a:t>
            </a:r>
          </a:p>
          <a:p>
            <a:pPr lvl="0"/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association between vaginal microbiome composition specific bacterial taxa, and genital cytokine profiles.</a:t>
            </a:r>
          </a:p>
          <a:p>
            <a:pPr lvl="0"/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Vaginal microbiome composition differs across African populations and is associated with distinct cytokine profiles, with non-Lactobacillus dominant communities associated with increased genital inflammation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89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408E9-BD8D-4D69-8E3D-C91F5B62C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46CE2-6B9F-1694-15D0-1941D879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32" y="290946"/>
            <a:ext cx="8229600" cy="512618"/>
          </a:xfrm>
        </p:spPr>
        <p:txBody>
          <a:bodyPr/>
          <a:lstStyle/>
          <a:p>
            <a:r>
              <a:rPr lang="en-ZA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Schema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E75097-656F-8248-A5F4-9562CFE32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347253"/>
              </p:ext>
            </p:extLst>
          </p:nvPr>
        </p:nvGraphicFramePr>
        <p:xfrm>
          <a:off x="518432" y="1371361"/>
          <a:ext cx="8229600" cy="4336713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25182">
                  <a:extLst>
                    <a:ext uri="{9D8B030D-6E8A-4147-A177-3AD203B41FA5}">
                      <a16:colId xmlns:a16="http://schemas.microsoft.com/office/drawing/2014/main" val="428998217"/>
                    </a:ext>
                  </a:extLst>
                </a:gridCol>
                <a:gridCol w="6304418">
                  <a:extLst>
                    <a:ext uri="{9D8B030D-6E8A-4147-A177-3AD203B41FA5}">
                      <a16:colId xmlns:a16="http://schemas.microsoft.com/office/drawing/2014/main" val="3476441539"/>
                    </a:ext>
                  </a:extLst>
                </a:gridCol>
              </a:tblGrid>
              <a:tr h="64315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Type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Ancillary </a:t>
                      </a:r>
                      <a:r>
                        <a:rPr lang="en-US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prospective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observational study 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454341"/>
                  </a:ext>
                </a:extLst>
              </a:tr>
              <a:tr h="64315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Study population and setting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ZA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FRESH Baby U! Cohort, 083 Cohort, and </a:t>
                      </a:r>
                      <a:r>
                        <a:rPr lang="en-ZA" sz="16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African vaginal samples</a:t>
                      </a:r>
                    </a:p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ZA" sz="16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Women aged 18-27 years</a:t>
                      </a:r>
                      <a:endParaRPr lang="en-US" sz="16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364235"/>
                  </a:ext>
                </a:extLst>
              </a:tr>
              <a:tr h="843152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Sample Size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FRESH Baby U! Cohort: 2800</a:t>
                      </a:r>
                    </a:p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083 Cohort: 243</a:t>
                      </a:r>
                    </a:p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16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African vaginal samples: undetermined</a:t>
                      </a:r>
                      <a:endParaRPr lang="en-US" sz="16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5777309"/>
                  </a:ext>
                </a:extLst>
              </a:tr>
              <a:tr h="64315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Intervention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Serial measurement of hormones, microbiome, cytokines, and infection status during pregnancy and postpartum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264167"/>
                  </a:ext>
                </a:extLst>
              </a:tr>
              <a:tr h="64315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Primary outcome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ZA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Vaginal microbiome composition, hormone profiles, cytokine levels, BV/STI/HPV burden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511950"/>
                  </a:ext>
                </a:extLst>
              </a:tr>
              <a:tr h="58619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Secondary outcome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ZA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Microbiome stability, postpartum recovery, and associations with pregnancy outcomes including preterm birth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464371"/>
                  </a:ext>
                </a:extLst>
              </a:tr>
              <a:tr h="3347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Sample type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Cervicovaginal fluid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Vaginal swabs, Serum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388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0651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46073" y="1405915"/>
            <a:ext cx="4200144" cy="235305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284013" y="1546016"/>
            <a:ext cx="3441192" cy="24505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71431" y="1456828"/>
            <a:ext cx="1710694" cy="17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6985"/>
              </a:lnSpc>
            </a:pPr>
            <a:r>
              <a:rPr lang="en-US" sz="1032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16s rRNA</a:t>
            </a:r>
            <a:endParaRPr lang="en-US" sz="1032" dirty="0"/>
          </a:p>
        </p:txBody>
      </p:sp>
      <p:pic>
        <p:nvPicPr>
          <p:cNvPr id="5" name="Image 2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346145" y="4141412"/>
            <a:ext cx="3995928" cy="263347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1D9DA8B-0C58-F850-623D-530C8468EF3F}"/>
              </a:ext>
            </a:extLst>
          </p:cNvPr>
          <p:cNvSpPr txBox="1">
            <a:spLocks/>
          </p:cNvSpPr>
          <p:nvPr/>
        </p:nvSpPr>
        <p:spPr>
          <a:xfrm>
            <a:off x="457200" y="83116"/>
            <a:ext cx="8229600" cy="457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C00000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00000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00000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00000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00000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C00000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C00000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C00000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C0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5FFAC7-8FF6-1BF6-ED9D-70B7511BA725}"/>
              </a:ext>
            </a:extLst>
          </p:cNvPr>
          <p:cNvSpPr txBox="1"/>
          <p:nvPr/>
        </p:nvSpPr>
        <p:spPr>
          <a:xfrm>
            <a:off x="1437851" y="954866"/>
            <a:ext cx="2009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cup supernatant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3B7C33-E0BA-5722-1B80-A89D97A79E9C}"/>
              </a:ext>
            </a:extLst>
          </p:cNvPr>
          <p:cNvCxnSpPr/>
          <p:nvPr/>
        </p:nvCxnSpPr>
        <p:spPr>
          <a:xfrm>
            <a:off x="7004609" y="1304337"/>
            <a:ext cx="0" cy="152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B6C90B-2367-7E78-8D69-4D41C916E1EA}"/>
              </a:ext>
            </a:extLst>
          </p:cNvPr>
          <p:cNvCxnSpPr>
            <a:cxnSpLocks/>
          </p:cNvCxnSpPr>
          <p:nvPr/>
        </p:nvCxnSpPr>
        <p:spPr>
          <a:xfrm>
            <a:off x="2478957" y="1253424"/>
            <a:ext cx="0" cy="152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2E9A55D-C5B5-9C69-E850-406944F6C4BC}"/>
              </a:ext>
            </a:extLst>
          </p:cNvPr>
          <p:cNvSpPr txBox="1"/>
          <p:nvPr/>
        </p:nvSpPr>
        <p:spPr>
          <a:xfrm>
            <a:off x="6182490" y="1042028"/>
            <a:ext cx="15236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Vaginal Swab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0471-55E3-4B55-12D4-3569DCC40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109" y="0"/>
            <a:ext cx="8021782" cy="584344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E9616-DA96-8256-7355-94F0670AA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781" y="921326"/>
            <a:ext cx="8603674" cy="543790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1: Repeated-measures analysis of longitudinal hormone data across pregnancy and postpartum</a:t>
            </a:r>
          </a:p>
          <a:p>
            <a:pPr lvl="0">
              <a:lnSpc>
                <a:spcPct val="150000"/>
              </a:lnSpc>
            </a:pPr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2: Group comparisons of vaginal microbiome diversity and dominance states across BV/STI categories</a:t>
            </a:r>
          </a:p>
          <a:p>
            <a:pPr lvl="0">
              <a:lnSpc>
                <a:spcPct val="150000"/>
              </a:lnSpc>
            </a:pPr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3: Correlation and multivariable </a:t>
            </a:r>
            <a:r>
              <a:rPr lang="en-Z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16S rRNA microbiome profiles with cytokine levels in women of reproductive age</a:t>
            </a:r>
          </a:p>
          <a:p>
            <a:pPr lvl="0">
              <a:lnSpc>
                <a:spcPct val="150000"/>
              </a:lnSpc>
            </a:pPr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Covariates: age, gestational stage, contraceptive exposure, infection status, and postpartum timepoint</a:t>
            </a:r>
          </a:p>
          <a:p>
            <a:pPr lvl="0">
              <a:lnSpc>
                <a:spcPct val="150000"/>
              </a:lnSpc>
            </a:pPr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Microbiome analyses: alpha diversity, beta diversity, and differential abundance</a:t>
            </a:r>
          </a:p>
          <a:p>
            <a:pPr lvl="0">
              <a:lnSpc>
                <a:spcPct val="150000"/>
              </a:lnSpc>
            </a:pPr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Cytokine and microbiome associations: correlation analysis with multiple-testing correction</a:t>
            </a:r>
          </a:p>
          <a:p>
            <a:pPr lvl="0">
              <a:lnSpc>
                <a:spcPct val="150000"/>
              </a:lnSpc>
            </a:pPr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3 sample size: exploratory, based on available specimens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63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310246-8379-4677-96E5-C8F8BD1A856A}"/>
              </a:ext>
            </a:extLst>
          </p:cNvPr>
          <p:cNvSpPr txBox="1"/>
          <p:nvPr/>
        </p:nvSpPr>
        <p:spPr>
          <a:xfrm>
            <a:off x="2286000" y="2598003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72193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01A3-4850-419C-B912-FE925F1B0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204"/>
            <a:ext cx="8229600" cy="457200"/>
          </a:xfrm>
        </p:spPr>
        <p:txBody>
          <a:bodyPr/>
          <a:lstStyle/>
          <a:p>
            <a:r>
              <a:rPr lang="en-ZA" dirty="0"/>
              <a:t>Methodology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52D60-AF24-46AE-B520-F675B357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815352"/>
            <a:ext cx="8229600" cy="5704144"/>
          </a:xfrm>
        </p:spPr>
        <p:txBody>
          <a:bodyPr/>
          <a:lstStyle/>
          <a:p>
            <a:pPr marL="0" indent="0">
              <a:buNone/>
            </a:pPr>
            <a:r>
              <a:rPr lang="en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design</a:t>
            </a:r>
          </a:p>
          <a:p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be an ancillary prospective observational cohort study nested within the existing FRESH Baby U! platform, 083 Cohort, and </a:t>
            </a:r>
            <a:r>
              <a:rPr lang="en-ZA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African vaginal samples</a:t>
            </a:r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population and sampling</a:t>
            </a:r>
          </a:p>
          <a:p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Inclusion criteria </a:t>
            </a:r>
          </a:p>
          <a:p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</a:p>
          <a:p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Hormone quantification (Leverage on </a:t>
            </a:r>
            <a:r>
              <a:rPr lang="en-Z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vag</a:t>
            </a:r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microbiome data): </a:t>
            </a:r>
            <a:r>
              <a:rPr lang="en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LM-MS/MS</a:t>
            </a:r>
          </a:p>
          <a:p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Cytokine and host response profiling in women: Luminex</a:t>
            </a:r>
          </a:p>
          <a:p>
            <a:endParaRPr lang="en-Z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African vaginal microbiome characterization and cytokine profiling : </a:t>
            </a:r>
            <a:r>
              <a:rPr lang="en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16s rRNA and Luminex</a:t>
            </a:r>
          </a:p>
          <a:p>
            <a:pPr marL="0" indent="0">
              <a:buNone/>
            </a:pPr>
            <a:endParaRPr lang="en-ZA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Z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Vaginal microbiome composition and dominance states influence genital infection burden: (Leverage 083 data) </a:t>
            </a:r>
            <a:r>
              <a:rPr lang="en-Z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Bioinformatics and stats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3743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a1c79ad4563a16adf5eb2b4"/>
  <p:tag name="SLIDEID" val="784451d6-e863-47b3-a767-f6e0184f98b8"/>
  <p:tag name="VERSION" val="1780252869800"/>
  <p:tag name="TITLE" val="Porposa 16s"/>
  <p:tag name="CREATORNAME" val="Gugulethu Mzobe"/>
  <p:tag name="DATEINSERTED" val="1780252870357"/>
  <p:tag name="DPI" val="300"/>
  <p:tag name="BIOJSON" val="{&quot;id&quot;:&quot;57875105-f264-4eee-8889-8917bda7bde6&quot;,&quot;objects&quot;:{&quot;784451d6-e863-47b3-a767-f6e0184f98b8&quot;:{&quot;id&quot;:&quot;784451d6-e863-47b3-a767-f6e0184f98b8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57875105-f264-4eee-8889-8917bda7bde6&quot;,&quot;order&quot;:&quot;8&quot;}},&quot;0cf703da-7052-4c10-9309-3fafa41a39aa&quot;:{&quot;type&quot;:&quot;FIGURE_OBJECT&quot;,&quot;id&quot;:&quot;0cf703da-7052-4c10-9309-3fafa41a39aa&quot;,&quot;parent&quot;:{&quot;type&quot;:&quot;CHILD&quot;,&quot;parentId&quot;:&quot;784451d6-e863-47b3-a767-f6e0184f98b8&quot;,&quot;order&quot;:&quot;9&quot;},&quot;relativeTransform&quot;:{&quot;translate&quot;:{&quot;x&quot;:20.97087339807009,&quot;y&quot;:176.62000083017094},&quot;rotate&quot;:0,&quot;skewX&quot;:0,&quot;scale&quot;:{&quot;x&quot;:1,&quot;y&quot;:1}}},&quot;9482e9a8-6d71-4252-81b8-0aad701a6556&quot;:{&quot;id&quot;:&quot;9482e9a8-6d71-4252-81b8-0aad701a6556&quot;,&quot;type&quot;:&quot;FIGURE_OBJECT&quot;,&quot;parent&quot;:{&quot;type&quot;:&quot;CHILD&quot;,&quot;parentId&quot;:&quot;0cf703da-7052-4c10-9309-3fafa41a39aa&quot;,&quot;order&quot;:&quot;5&quot;},&quot;source&quot;:{&quot;id&quot;:&quot;64860fcbe40128a03ddc4f01&quot;,&quot;type&quot;:&quot;TEMPLATES&quot;},&quot;assetId&quot;:&quot;64860fcbe40128a03ddc4f01&quot;,&quot;relativeTransform&quot;:{&quot;translate&quot;:{&quot;x&quot;:-153.5250431729122,&quot;y&quot;:-14.321673037805683},&quot;rotate&quot;:0}},&quot;6e92b145-0c6f-4fc2-8f42-2502f4fac89a&quot;:{&quot;id&quot;:&quot;6e92b145-0c6f-4fc2-8f42-2502f4fac89a&quot;,&quot;displayName&quot;:&quot;1AO6&quot;,&quot;type&quot;:&quot;FIGURE_OBJECT&quot;,&quot;relativeTransform&quot;:{&quot;translate&quot;:{&quot;x&quot;:13.933116980688458,&quot;y&quot;:-1.1436678031294414},&quot;rotate&quot;:0,&quot;skewX&quot;:0,&quot;scale&quot;:{&quot;x&quot;:0.11653512483095435,&quot;y&quot;:0.11653512483095435}},&quot;image&quot;:{&quot;url&quot;:&quot;https://core.services.biorender.com/api/pdb/64757c92c146d5df2ebe12a7/1685480174578_117ccc44-f262-4167-af9b-2b54b72bfc83_icon.png&quot;,&quot;isPremium&quot;:false,&quot;isSignedURL&quot;:true,&quot;size&quot;:{&quot;x&quot;:202.5,&quot;y&quot;:209.1}},&quot;source&quot;:{&quot;id&quot;:&quot;64757c92c146d5df2ebe12a7&quot;,&quot;type&quot;:&quot;PDBS&quot;},&quot;isPremium&quot;:false,&quot;parent&quot;:{&quot;type&quot;:&quot;CHILD&quot;,&quot;parentId&quot;:&quot;9482e9a8-6d71-4252-81b8-0aad701a6556&quot;,&quot;order&quot;:&quot;01&quot;}},&quot;5939e75c-75af-4d1a-a8cc-15994512269f&quot;:{&quot;type&quot;:&quot;FIGURE_OBJECT&quot;,&quot;id&quot;:&quot;5939e75c-75af-4d1a-a8cc-15994512269f&quot;,&quot;relativeTransform&quot;:{&quot;translate&quot;:{&quot;x&quot;:11.852563638605607,&quot;y&quot;:21.702055691961},&quot;rotate&quot;:0},&quot;opacity&quot;:1,&quot;path&quot;:{&quot;type&quot;:&quot;RECT&quot;,&quot;size&quot;:{&quot;x&quot;:41.90875616902106,&quot;y&quot;:12.496605265525407},&quot;cornerRounding&quot;:{&quot;type&quot;:&quot;ARC_LENGTH&quot;,&quot;global&quot;:1.5024504260024054}},&quot;pathStyles&quot;:[{&quot;type&quot;:&quot;FILL&quot;,&quot;fillStyle&quot;:&quot;rgba(224, 184, 52, 0.25098039215686274)&quot;},{&quot;type&quot;:&quot;STROKE&quot;,&quot;strokeStyle&quot;:&quot;rgba(0,0,0,0)&quot;,&quot;lineWidth&quot;:0.19129792963904538,&quot;lineJoin&quot;:&quot;round&quot;}],&quot;isLocked&quot;:false,&quot;parent&quot;:{&quot;type&quot;:&quot;CHILD&quot;,&quot;parentId&quot;:&quot;9482e9a8-6d71-4252-81b8-0aad701a6556&quot;,&quot;order&quot;:&quot;9999&quot;},&quot;layout&quot;:{&quot;sizeRatio&quot;:{&quot;x&quot;:0.88,&quot;y&quot;:0.88},&quot;keepAspectRatio&quot;:false}},&quot;498ef08a-19be-4a27-b003-4c735373700e&quot;:{&quot;id&quot;:&quot;498ef08a-19be-4a27-b003-4c735373700e&quot;,&quot;type&quot;:&quot;FIGURE_OBJECT&quot;,&quot;relativeTransform&quot;:{&quot;translate&quot;:{&quot;x&quot;:0,&quot;y&quot;:0},&quot;rotate&quot;:0},&quot;text&quot;:{&quot;textData&quot;:{&quot;lineSpacing&quot;:&quot;normal&quot;,&quot;alignment&quot;:&quot;left&quot;,&quot;verticalAlign&quot;:&quot;TOP&quot;,&quot;lines&quot;:[{&quot;textIndent&quot;:{&quot;type&quot;:&quot;bullet&quot;,&quot;indent&quot;:1,&quot;symbol&quot;:&quot;●&quot;,&quot;unit&quot;:&quot;levels&quot;},&quot;runs&quot;:[{&quot;style&quot;:{&quot;fontFamily&quot;:&quot;Roboto&quot;,&quot;fontSize&quot;:1.785447343297757,&quot;color&quot;:&quot;rgba(70,69,70,1)&quot;,&quot;fontWeight&quot;:&quot;normal&quot;,&quot;fontStyle&quot;:&quot;normal&quot;,&quot;decoration&quot;:&quot;none&quot;,&quot;script&quot;:&quot;none&quot;},&quot;range&quot;:[0,33]}],&quot;text&quot;:&quot;Most abundant protein in the blood&quot;},{&quot;textIndent&quot;:{&quot;type&quot;:&quot;bullet&quot;,&quot;indent&quot;:1,&quot;symbol&quot;:&quot;●&quot;,&quot;unit&quot;:&quot;levels&quot;},&quot;runs&quot;:[{&quot;style&quot;:{&quot;fontFamily&quot;:&quot;Roboto&quot;,&quot;fontSize&quot;:1.785447343297757,&quot;color&quot;:&quot;rgba(70,69,70,1)&quot;,&quot;fontWeight&quot;:&quot;normal&quot;,&quot;fontStyle&quot;:&quot;normal&quot;,&quot;decoration&quot;:&quot;none&quot;},&quot;range&quot;:[0,21]}],&quot;text&quot;:&quot;58% of plasma proteins&quot;,&quot;baseStyle&quot;:{&quot;fontFamily&quot;:&quot;Roboto&quot;,&quot;fontSize&quot;:1.785447343297757,&quot;color&quot;:&quot;black&quot;,&quot;fontWeight&quot;:&quot;normal&quot;,&quot;fontStyle&quot;:&quot;normal&quot;,&quot;decoration&quot;:&quot;none&quot;,&quot;script&quot;:&quot;none&quot;}},{&quot;textIndent&quot;:{&quot;type&quot;:&quot;bullet&quot;,&quot;indent&quot;:1,&quot;symbol&quot;:&quot;●&quot;,&quot;unit&quot;:&quot;levels&quot;},&quot;runs&quot;:[{&quot;style&quot;:{&quot;fontFamily&quot;:&quot;Roboto&quot;,&quot;fontSize&quot;:1.785447343297757,&quot;color&quot;:&quot;rgba(70,69,70,1)&quot;,&quot;fontWeight&quot;:&quot;normal&quot;,&quot;fontStyle&quot;:&quot;normal&quot;,&quot;decoration&quot;:&quot;none&quot;,&quot;script&quot;:&quot;none&quot;},&quot;range&quot;:[0,25]}],&quot;text&quot;:&quot;Synthesized by hepatocytes&quot;},{&quot;textIndent&quot;:{&quot;type&quot;:&quot;bullet&quot;,&quot;indent&quot;:1,&quot;symbol&quot;:&quot;●&quot;,&quot;unit&quot;:&quot;levels&quot;},&quot;runs&quot;:[{&quot;style&quot;:{&quot;fontFamily&quot;:&quot;Roboto&quot;,&quot;fontSize&quot;:1.785447343297757,&quot;color&quot;:&quot;rgba(70,69,70,1)&quot;,&quot;fontWeight&quot;:&quot;normal&quot;,&quot;fontStyle&quot;:&quot;normal&quot;,&quot;decoration&quot;:&quot;none&quot;,&quot;script&quot;:&quot;none&quot;},&quot;range&quot;:[0,39]}],&quot;text&quot;:&quot;Maintains intravascular oncotic pressure&quot;},{&quot;textIndent&quot;:{&quot;type&quot;:&quot;bullet&quot;,&quot;indent&quot;:1,&quot;symbol&quot;:&quot;●&quot;,&quot;unit&quot;:&quot;levels&quot;},&quot;runs&quot;:[{&quot;style&quot;:{&quot;fontFamily&quot;:&quot;Roboto&quot;,&quot;fontSize&quot;:1.785447343297757,&quot;color&quot;:&quot;rgba(70,69,70,1)&quot;,&quot;fontWeight&quot;:&quot;normal&quot;,&quot;fontStyle&quot;:&quot;normal&quot;,&quot;decoration&quot;:&quot;none&quot;,&quot;script&quot;:&quot;none&quot;},&quot;range&quot;:[0,37]}],&quot;text&quot;:&quot;Caries hormones, ions, and medications&quot;}],&quot;_lastCaretLocation&quot;:{&quot;lineIndex&quot;:4,&quot;runIndex&quot;:-1,&quot;charIndex&quot;:-1,&quot;endOfLine&quot;:true}},&quot;format&quot;:&quot;BETTER_TEXT&quot;,&quot;size&quot;:{&quot;x&quot;:36.87970542873856,&quot;y&quot;:10.174499217735363},&quot;targetSize&quot;:{&quot;x&quot;:36.87970542873856,&quot;y&quot;:2}},&quot;parent&quot;:{&quot;type&quot;:&quot;CHILD&quot;,&quot;parentId&quot;:&quot;5939e75c-75af-4d1a-a8cc-15994512269f&quot;,&quot;order&quot;:&quot;5&quot;}},&quot;b58245e8-c3fd-4a03-a328-94f033e478eb&quot;:{&quot;type&quot;:&quot;FIGURE_OBJECT&quot;,&quot;id&quot;:&quot;b58245e8-c3fd-4a03-a328-94f033e478eb&quot;,&quot;relativeTransform&quot;:{&quot;translate&quot;:{&quot;x&quot;:-40.94884555027907,&quot;y&quot;:-23.041984758796385},&quot;rotate&quot;:0},&quot;opacity&quot;:1,&quot;path&quot;:{&quot;type&quot;:&quot;POLY_LINE&quot;,&quot;points&quot;:[{&quot;x&quot;:0,&quot;y&quot;:-4.314349719979372},{&quot;x&quot;:0,&quot;y&quot;:4.314349719979372}],&quot;closed&quot;:false},&quot;pathStyles&quot;:[{&quot;type&quot;:&quot;FILL&quot;,&quot;fillStyle&quot;:&quot;rgba(0,0,0,0)&quot;},{&quot;type&quot;:&quot;STROKE&quot;,&quot;strokeStyle&quot;:&quot;rgb(190, 148, 36)&quot;,&quot;lineWidth&quot;:0.7651917185561815,&quot;lineJoin&quot;:&quot;round&quot;}],&quot;isLocked&quot;:false,&quot;parent&quot;:{&quot;type&quot;:&quot;CHILD&quot;,&quot;parentId&quot;:&quot;9482e9a8-6d71-4252-81b8-0aad701a6556&quot;,&quot;order&quot;:&quot;9998&quot;},&quot;connectorInfo&quot;:{&quot;connectedObjects&quot;:[],&quot;type&quot;:&quot;LINE&quot;,&quot;offset&quot;:{&quot;x&quot;:0,&quot;y&quot;:0},&quot;bending&quot;:0.1,&quot;firstElementIsHead&quot;:true,&quot;customized&quot;:false}},&quot;6a9b0b74-9b7d-40af-ba6b-a9484d036b5c&quot;:{&quot;id&quot;:&quot;6a9b0b74-9b7d-40af-ba6b-a9484d036b5c&quot;,&quot;type&quot;:&quot;FIGURE_OBJECT&quot;,&quot;relativeTransform&quot;:{&quot;translate&quot;:{&quot;x&quot;:-25.019332244364325,&quot;y&quot;:-23.042007661004178},&quot;rotate&quot;:0},&quot;text&quot;:{&quot;textData&quot;:{&quot;lineSpacing&quot;:&quot;normal&quot;,&quot;alignment&quot;:&quot;left&quot;,&quot;verticalAlign&quot;:&quot;TOP&quot;,&quot;lines&quot;:[{&quot;runs&quot;:[{&quot;range&quot;:[0,24],&quot;style&quot;:{&quot;fontWeight&quot;:&quot;bold&quot;,&quot;fontStyle&quot;:&quot;normal&quot;,&quot;fontSize&quot;:4.0810224989663,&quot;fontFamily&quot;:&quot;Roboto&quot;,&quot;color&quot;:&quot;rgb(190, 148, 36)&quot;,&quot;decoration&quot;:&quot;none&quot;}}],&quot;text&quot;:&quot;Human Serum Albumin (HSA)&quot;}],&quot;_lastCaretLocation&quot;:{&quot;lineIndex&quot;:0,&quot;runIndex&quot;:-1,&quot;charIndex&quot;:-1,&quot;endOfLine&quot;:true}},&quot;format&quot;:&quot;BETTER_TEXT&quot;,&quot;size&quot;:{&quot;x&quot;:28.878719902597783,&quot;y&quot;:9.394003664808055},&quot;targetSize&quot;:{&quot;x&quot;:28.878719902597783,&quot;y&quot;:9.394003664808055}},&quot;parent&quot;:{&quot;type&quot;:&quot;CHILD&quot;,&quot;parentId&quot;:&quot;9482e9a8-6d71-4252-81b8-0aad701a6556&quot;,&quot;order&quot;:&quot;9997&quot;}},&quot;9c05710e-6747-4a3e-b98b-15170dfa6afe&quot;:{&quot;id&quot;:&quot;9c05710e-6747-4a3e-b98b-15170dfa6afe&quot;,&quot;type&quot;:&quot;FIGURE_OBJECT&quot;,&quot;relativeTransform&quot;:{&quot;translate&quot;:{&quot;x&quot;:11.852558296510065,&quot;y&quot;:-22.445085094471846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.7854473432977567,&quot;color&quot;:&quot;rgb(190, 148, 36)&quot;,&quot;fontWeight&quot;:&quot;bold&quot;,&quot;fontStyle&quot;:&quot;normal&quot;,&quot;decoration&quot;:&quot;none&quot;},&quot;range&quot;:[0,6]},{&quot;style&quot;:{&quot;fontFamily&quot;:&quot;Roboto&quot;,&quot;fontSize&quot;:1.7854473432977567,&quot;color&quot;:&quot;rgba(70,69,70,1)&quot;,&quot;fontWeight&quot;:&quot;bold&quot;,&quot;fontStyle&quot;:&quot;normal&quot;,&quot;decoration&quot;:&quot;none&quot;},&quot;range&quot;:[7,37]}],&quot;text&quot;:&quot;Albumin tertiary structure and domains&quot;}],&quot;_lastCaretLocation&quot;:{&quot;lineIndex&quot;:0,&quot;runIndex&quot;:-1,&quot;charIndex&quot;:-1,&quot;endOfLine&quot;:true}},&quot;format&quot;:&quot;BETTER_TEXT&quot;,&quot;size&quot;:{&quot;x&quot;:21.457921925885504,&quot;y&quot;:4.121832723955965},&quot;targetSize&quot;:{&quot;x&quot;:21.457921925885504,&quot;y&quot;:4.121832723955965}},&quot;parent&quot;:{&quot;type&quot;:&quot;CHILD&quot;,&quot;parentId&quot;:&quot;9482e9a8-6d71-4252-81b8-0aad701a6556&quot;,&quot;order&quot;:&quot;9995&quot;}},&quot;9d37b21e-5dd3-4257-b762-e097577a0451&quot;:{&quot;id&quot;:&quot;9d37b21e-5dd3-4257-b762-e097577a0451&quot;,&quot;type&quot;:&quot;FIGURE_OBJECT&quot;,&quot;relativeTransform&quot;:{&quot;translate&quot;:{&quot;x&quot;:14.322323267601988,&quot;y&quot;:-11.946110249758217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.7854473432977567,&quot;color&quot;:&quot;rgb(56, 158, 210)&quot;,&quot;fontWeight&quot;:&quot;bold&quot;,&quot;fontStyle&quot;:&quot;normal&quot;,&quot;decoration&quot;:&quot;none&quot;},&quot;range&quot;:[0,1]}],&quot;text&quot;:&quot;IB&quot;}],&quot;_lastCaretLocation&quot;:{&quot;lineIndex&quot;:0,&quot;runIndex&quot;:-1,&quot;charIndex&quot;:-1,&quot;endOfLine&quot;:true}},&quot;format&quot;:&quot;BETTER_TEXT&quot;,&quot;size&quot;:{&quot;x&quot;:1.736876089846136,&quot;y&quot;:2.1042772260295},&quot;targetSize&quot;:{&quot;x&quot;:1.736876089846136,&quot;y&quot;:2.1042772260295}},&quot;parent&quot;:{&quot;type&quot;:&quot;CHILD&quot;,&quot;parentId&quot;:&quot;9482e9a8-6d71-4252-81b8-0aad701a6556&quot;,&quot;order&quot;:&quot;999&quot;}},&quot;4da06205-ded1-4187-be51-f5f033b3dd9e&quot;:{&quot;id&quot;:&quot;4da06205-ded1-4187-be51-f5f033b3dd9e&quot;,&quot;type&quot;:&quot;FIGURE_OBJECT&quot;,&quot;relativeTransform&quot;:{&quot;translate&quot;:{&quot;x&quot;:1.7947300806775857,&quot;y&quot;:-11.286808292432518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.7854473432977567,&quot;color&quot;:&quot;rgb(223, 95, 77)&quot;,&quot;fontWeight&quot;:&quot;bold&quot;,&quot;fontStyle&quot;:&quot;normal&quot;,&quot;decoration&quot;:&quot;none&quot;},&quot;range&quot;:[0,3]}],&quot;text&quot;:&quot;IIIB&quot;}],&quot;_lastCaretLocation&quot;:{&quot;lineIndex&quot;:0,&quot;runIndex&quot;:-1,&quot;charIndex&quot;:-1,&quot;endOfLine&quot;:true}},&quot;format&quot;:&quot;BETTER_TEXT&quot;,&quot;size&quot;:{&quot;x&quot;:2.777432211027272,&quot;y&quot;:2.1042772260295},&quot;targetSize&quot;:{&quot;x&quot;:2.777432211027272,&quot;y&quot;:2.1042772260295}},&quot;parent&quot;:{&quot;type&quot;:&quot;CHILD&quot;,&quot;parentId&quot;:&quot;9482e9a8-6d71-4252-81b8-0aad701a6556&quot;,&quot;order&quot;:&quot;998&quot;}},&quot;d7d6681e-c1a8-44bc-a92f-f80f15ad6a9f&quot;:{&quot;id&quot;:&quot;d7d6681e-c1a8-44bc-a92f-f80f15ad6a9f&quot;,&quot;type&quot;:&quot;FIGURE_OBJECT&quot;,&quot;relativeTransform&quot;:{&quot;translate&quot;:{&quot;x&quot;:4.916247783745526,&quot;y&quot;:0.33651381302567196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.7854473432977567,&quot;color&quot;:&quot;rgb(233, 167, 20)&quot;,&quot;fontWeight&quot;:&quot;bold&quot;,&quot;fontStyle&quot;:&quot;normal&quot;,&quot;decoration&quot;:&quot;none&quot;},&quot;range&quot;:[0,3]}],&quot;text&quot;:&quot;IIIA&quot;}],&quot;_lastCaretLocation&quot;:{&quot;lineIndex&quot;:0,&quot;runIndex&quot;:-1,&quot;charIndex&quot;:-1,&quot;endOfLine&quot;:true}},&quot;format&quot;:&quot;BETTER_TEXT&quot;,&quot;size&quot;:{&quot;x&quot;:2.777432211027272,&quot;y&quot;:2.1042772260295},&quot;targetSize&quot;:{&quot;x&quot;:2.777432211027272,&quot;y&quot;:2.1042772260295}},&quot;parent&quot;:{&quot;type&quot;:&quot;CHILD&quot;,&quot;parentId&quot;:&quot;9482e9a8-6d71-4252-81b8-0aad701a6556&quot;,&quot;order&quot;:&quot;997&quot;}},&quot;b5793610-b285-4682-a71d-9214b9903846&quot;:{&quot;id&quot;:&quot;b5793610-b285-4682-a71d-9214b9903846&quot;,&quot;type&quot;:&quot;FIGURE_OBJECT&quot;,&quot;relativeTransform&quot;:{&quot;translate&quot;:{&quot;x&quot;:8.435455168967517,&quot;y&quot;:7.627921103198376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.7854473432977567,&quot;color&quot;:&quot;rgb(129, 204, 25)&quot;,&quot;fontWeight&quot;:&quot;bold&quot;,&quot;fontStyle&quot;:&quot;normal&quot;,&quot;decoration&quot;:&quot;none&quot;},&quot;range&quot;:[0,2]}],&quot;text&quot;:&quot;IIB&quot;}],&quot;_lastCaretLocation&quot;:{&quot;lineIndex&quot;:0,&quot;runIndex&quot;:-1,&quot;charIndex&quot;:-1,&quot;endOfLine&quot;:true}},&quot;format&quot;:&quot;BETTER_TEXT&quot;,&quot;size&quot;:{&quot;x&quot;:2.257154150436704,&quot;y&quot;:2.1042772260295},&quot;targetSize&quot;:{&quot;x&quot;:2.257154150436704,&quot;y&quot;:2.1042772260295}},&quot;parent&quot;:{&quot;type&quot;:&quot;CHILD&quot;,&quot;parentId&quot;:&quot;9482e9a8-6d71-4252-81b8-0aad701a6556&quot;,&quot;order&quot;:&quot;995&quot;}},&quot;8ccc2ffa-2ab9-48a6-a555-78abda1a9baa&quot;:{&quot;id&quot;:&quot;8ccc2ffa-2ab9-48a6-a555-78abda1a9baa&quot;,&quot;type&quot;:&quot;FIGURE_OBJECT&quot;,&quot;relativeTransform&quot;:{&quot;translate&quot;:{&quot;x&quot;:20.409013279047294,&quot;y&quot;:1.030592611526462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.7854473432977567,&quot;color&quot;:&quot;rgb(42, 169, 55)&quot;,&quot;fontWeight&quot;:&quot;bold&quot;,&quot;fontStyle&quot;:&quot;normal&quot;,&quot;decoration&quot;:&quot;none&quot;},&quot;range&quot;:[0,2]}],&quot;text&quot;:&quot;IIA&quot;}],&quot;_lastCaretLocation&quot;:{&quot;lineIndex&quot;:0,&quot;runIndex&quot;:0,&quot;charIndex&quot;:1}},&quot;format&quot;:&quot;BETTER_TEXT&quot;,&quot;size&quot;:{&quot;x&quot;:2.257154150436704,&quot;y&quot;:2.1042772260295},&quot;targetSize&quot;:{&quot;x&quot;:2.257154150436704,&quot;y&quot;:2.1042772260295}},&quot;parent&quot;:{&quot;type&quot;:&quot;CHILD&quot;,&quot;parentId&quot;:&quot;9482e9a8-6d71-4252-81b8-0aad701a6556&quot;,&quot;order&quot;:&quot;99&quot;}},&quot;b29fcd2e-4806-492d-bded-36e2ac53df93&quot;:{&quot;id&quot;:&quot;b29fcd2e-4806-492d-bded-36e2ac53df93&quot;,&quot;type&quot;:&quot;FIGURE_OBJECT&quot;,&quot;relativeTransform&quot;:{&quot;translate&quot;:{&quot;x&quot;:23.80948103421559,&quot;y&quot;:-8.217316559062043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.7854473432977567,&quot;color&quot;:&quot;rgb(70, 150, 239)&quot;,&quot;fontWeight&quot;:&quot;bold&quot;,&quot;fontStyle&quot;:&quot;normal&quot;,&quot;decoration&quot;:&quot;none&quot;},&quot;range&quot;:[0,1]}],&quot;text&quot;:&quot;IA&quot;}],&quot;_lastCaretLocation&quot;:{&quot;lineIndex&quot;:0,&quot;runIndex&quot;:-1,&quot;charIndex&quot;:-1,&quot;endOfLine&quot;:true}},&quot;format&quot;:&quot;BETTER_TEXT&quot;,&quot;size&quot;:{&quot;x&quot;:1.736876089846136,&quot;y&quot;:2.1042772260295},&quot;targetSize&quot;:{&quot;x&quot;:1.736876089846136,&quot;y&quot;:2.1042772260295}},&quot;parent&quot;:{&quot;type&quot;:&quot;CHILD&quot;,&quot;parentId&quot;:&quot;9482e9a8-6d71-4252-81b8-0aad701a6556&quot;,&quot;order&quot;:&quot;98&quot;}},&quot;eb04d561-25c0-46df-8769-4f49b9491b9b&quot;:{&quot;relativeTransform&quot;:{&quot;translate&quot;:{&quot;x&quot;:11.370075937790004,&quot;y&quot;:1.040954446435779},&quot;rotate&quot;:0},&quot;type&quot;:&quot;FIGURE_OBJECT&quot;,&quot;id&quot;:&quot;eb04d561-25c0-46df-8769-4f49b9491b9b&quot;,&quot;name&quot;:&quot;Zoomed callout (circle, shaded tail, short)&quot;,&quot;displayName&quot;:&quot;Zoomed callout (circle, shaded tail, short)&quot;,&quot;opacity&quot;:1,&quot;source&quot;:{&quot;id&quot;:&quot;5f1b45564be18d00ab235145&quot;,&quot;type&quot;:&quot;ASSETS&quot;},&quot;pathStyles&quot;:[{&quot;type&quot;:&quot;FILL&quot;,&quot;fillStyle&quot;:&quot;rgb(0,0,0)&quot;}],&quot;isLocked&quot;:false,&quot;parent&quot;:{&quot;type&quot;:&quot;CHILD&quot;,&quot;parentId&quot;:&quot;9482e9a8-6d71-4252-81b8-0aad701a6556&quot;,&quot;order&quot;:&quot;02&quot;},&quot;isPremium&quot;:true},&quot;85470366-87f6-427b-964f-fc23ee0548d7&quot;:{&quot;type&quot;:&quot;FIGURE_OBJECT&quot;,&quot;id&quot;:&quot;85470366-87f6-427b-964f-fc23ee0548d7&quot;,&quot;relativeTransform&quot;:{&quot;translate&quot;:{&quot;x&quot;:-17.787667793859963,&quot;y&quot;:-4.725359308164134},&quot;rotate&quot;:0},&quot;opacity&quot;:1,&quot;path&quot;:{&quot;type&quot;:&quot;POLY_LINE&quot;,&quot;points&quot;:[{&quot;x&quot;:8.723748674349055,&quot;y&quot;:14.626799229680937},{&quot;x&quot;:-11.606365032157072,&quot;y&quot;:2.6007126058198473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464546&quot;,&quot;1&quot;:&quot;#46454600&quot;,&quot;0.55&quot;:&quot;#464546&quot;}},&quot;lineWidth&quot;:0.19129792963904538,&quot;lineJoin&quot;:&quot;round&quot;,&quot;dashArray&quot;:[0]}],&quot;isLocked&quot;:false,&quot;parent&quot;:{&quot;type&quot;:&quot;CHILD&quot;,&quot;parentId&quot;:&quot;eb04d561-25c0-46df-8769-4f49b9491b9b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6c0682d2-e7cf-4409-9c86-d8f844955bbb&quot;:{&quot;type&quot;:&quot;FIGURE_OBJECT&quot;,&quot;id&quot;:&quot;6c0682d2-e7cf-4409-9c86-d8f844955bbb&quot;,&quot;relativeTransform&quot;:{&quot;translate&quot;:{&quot;x&quot;:-18.744157442055187,&quot;y&quot;:-5.681848956359362},&quot;rotate&quot;:0},&quot;opacity&quot;:1,&quot;path&quot;:{&quot;type&quot;:&quot;POLY_LINE&quot;,&quot;points&quot;:[{&quot;x&quot;:9.34397684870501,&quot;y&quot;:-12.281294600403555},{&quot;x&quot;:-10.760354257334745,&quot;y&quot;:2.4938697536173047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464546&quot;,&quot;1&quot;:&quot;#46454600&quot;,&quot;0.55&quot;:&quot;#464546&quot;}},&quot;lineWidth&quot;:0.19129792963904538,&quot;lineJoin&quot;:&quot;round&quot;,&quot;dashArray&quot;:[0]}],&quot;isLocked&quot;:false,&quot;parent&quot;:{&quot;type&quot;:&quot;CHILD&quot;,&quot;parentId&quot;:&quot;eb04d561-25c0-46df-8769-4f49b9491b9b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8ee11406-90b6-4abc-9cb3-fa24a89426da&quot;:{&quot;type&quot;:&quot;FIGURE_OBJECT&quot;,&quot;id&quot;:&quot;8ee11406-90b6-4abc-9cb3-fa24a89426da&quot;,&quot;relativeTransform&quot;:{&quot;translate&quot;:{&quot;x&quot;:0.4705398003973629,&quot;y&quot;:-4.142396997403791},&quot;rotate&quot;:0},&quot;opacity&quot;:1,&quot;path&quot;:{&quot;type&quot;:&quot;ELLIPSE&quot;,&quot;size&quot;:{&quot;x&quot;:33.95595425719363,&quot;y&quot;:33.95595425719364}},&quot;pathStyles&quot;:[{&quot;type&quot;:&quot;FILL&quot;,&quot;fillStyle&quot;:&quot;rgba(0,0,0,0)&quot;},{&quot;type&quot;:&quot;STROKE&quot;,&quot;strokeStyle&quot;:&quot;rgba(70,69,70,1)&quot;,&quot;lineWidth&quot;:0.19129792963904538,&quot;lineJoin&quot;:&quot;round&quot;}],&quot;isLocked&quot;:false,&quot;parent&quot;:{&quot;type&quot;:&quot;CHILD&quot;,&quot;parentId&quot;:&quot;eb04d561-25c0-46df-8769-4f49b9491b9b&quot;,&quot;order&quot;:&quot;5&quot;}},&quot;19c8b72a-39e6-4622-bae8-a5c06cd0b6a8&quot;:{&quot;type&quot;:&quot;FIGURE_OBJECT&quot;,&quot;id&quot;:&quot;19c8b72a-39e6-4622-bae8-a5c06cd0b6a8&quot;,&quot;relativeTransform&quot;:{&quot;translate&quot;:{&quot;x&quot;:-30.662940807374024,&quot;y&quot;:2.0465976104954864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.7854473432977567,&quot;color&quot;:&quot;rgba(70,69,70,1)&quot;,&quot;fontWeight&quot;:&quot;normal&quot;,&quot;fontStyle&quot;:&quot;normal&quot;,&quot;decoration&quot;:&quot;none&quot;,&quot;script&quot;:&quot;none&quot;},&quot;range&quot;:[0,9]}],&quot;text&quot;:&quot;Buffy coat&quot;,&quot;baseStyle&quot;:{&quot;fontFamily&quot;:&quot;Roboto&quot;,&quot;fontSize&quot;:1.7854473432977567,&quot;color&quot;:&quot;#232323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8.328750227653984,&quot;y&quot;:2.1042772260295},&quot;targetSize&quot;:{&quot;x&quot;:8.328750227653984,&quot;y&quot;:2.1042772260295},&quot;format&quot;:&quot;BETTER_TEXT&quot;,&quot;verticalAlign&quot;:&quot;TOP&quot;},&quot;isLocked&quot;:false,&quot;parent&quot;:{&quot;type&quot;:&quot;CHILD&quot;,&quot;parentId&quot;:&quot;9482e9a8-6d71-4252-81b8-0aad701a6556&quot;,&quot;order&quot;:&quot;7&quot;}},&quot;1e9bf532-9fae-4f46-83d0-3a124c36c0d9&quot;:{&quot;type&quot;:&quot;FIGURE_OBJECT&quot;,&quot;id&quot;:&quot;1e9bf532-9fae-4f46-83d0-3a124c36c0d9&quot;,&quot;relativeTransform&quot;:{&quot;translate&quot;:{&quot;x&quot;:-23.69993502835154,&quot;y&quot;:2.1544542303726892},&quot;rotate&quot;:-2.4492935982947064e-16},&quot;opacity&quot;:1,&quot;path&quot;:{&quot;type&quot;:&quot;POLY_LINE&quot;,&quot;points&quot;:[{&quot;x&quot;:2.279792661348646,&quot;y&quot;:0},{&quot;x&quot;:-2.279792661348654,&quot;y&quot;:0}],&quot;closed&quot;:false},&quot;pathStyles&quot;:[{&quot;type&quot;:&quot;FILL&quot;,&quot;fillStyle&quot;:&quot;rgba(0,0,0,0)&quot;},{&quot;type&quot;:&quot;STROKE&quot;,&quot;strokeStyle&quot;:&quot;rgba(70,69,70,1)&quot;,&quot;lineWidth&quot;:0.143473447229284,&quot;lineJoin&quot;:&quot;round&quot;}],&quot;isLocked&quot;:false,&quot;parent&quot;:{&quot;type&quot;:&quot;CHILD&quot;,&quot;parentId&quot;:&quot;9482e9a8-6d71-4252-81b8-0aad701a6556&quot;,&quot;order&quot;:&quot;6&quot;}},&quot;841680ed-b1bd-4ed4-9603-83d712cdd868&quot;:{&quot;type&quot;:&quot;FIGURE_OBJECT&quot;,&quot;id&quot;:&quot;841680ed-b1bd-4ed4-9603-83d712cdd868&quot;,&quot;relativeTransform&quot;:{&quot;translate&quot;:{&quot;x&quot;:-23.68858090197301,&quot;y&quot;:7.960663644421484},&quot;rotate&quot;:0},&quot;opacity&quot;:1,&quot;path&quot;:{&quot;type&quot;:&quot;BRACKET&quot;,&quot;size&quot;:{&quot;x&quot;:4.457391802558372,&quot;y&quot;:10.50879406963948},&quot;handleBase&quot;:{&quot;x&quot;:17.233052638063235,&quot;y&quot;:-0.3948071705429186},&quot;handleWidth&quot;:0,&quot;cornerRounding&quot;:{&quot;type&quot;:&quot;ARC_LENGTH&quot;,&quot;global&quot;:0}},&quot;pathStyles&quot;:[{&quot;type&quot;:&quot;FILL&quot;,&quot;fillStyle&quot;:&quot;rgba(0,0,0,0)&quot;},{&quot;type&quot;:&quot;STROKE&quot;,&quot;strokeStyle&quot;:&quot;rgba(70,69,70,1)&quot;,&quot;lineWidth&quot;:0.143473447229284,&quot;lineJoin&quot;:&quot;round&quot;}],&quot;isLocked&quot;:false,&quot;parent&quot;:{&quot;type&quot;:&quot;CHILD&quot;,&quot;parentId&quot;:&quot;9482e9a8-6d71-4252-81b8-0aad701a6556&quot;,&quot;order&quot;:&quot;5&quot;}},&quot;c5729afc-6095-4173-8236-9398c73aad13&quot;:{&quot;type&quot;:&quot;FIGURE_OBJECT&quot;,&quot;id&quot;:&quot;c5729afc-6095-4173-8236-9398c73aad13&quot;,&quot;relativeTransform&quot;:{&quot;translate&quot;:{&quot;x&quot;:-23.514019499049887,&quot;y&quot;:-2.648308302339796},&quot;rotate&quot;:0},&quot;opacity&quot;:1,&quot;path&quot;:{&quot;type&quot;:&quot;BRACKET&quot;,&quot;size&quot;:{&quot;x&quot;:4.115820360782181,&quot;y&quot;:8.594641451211208},&quot;handleBase&quot;:{&quot;x&quot;:15.453774331753301,&quot;y&quot;:-0.05327800584751685},&quot;handleWidth&quot;:0,&quot;cornerRounding&quot;:{&quot;type&quot;:&quot;ARC_LENGTH&quot;,&quot;global&quot;:0}},&quot;pathStyles&quot;:[{&quot;type&quot;:&quot;FILL&quot;,&quot;fillStyle&quot;:&quot;rgba(0,0,0,0)&quot;},{&quot;type&quot;:&quot;STROKE&quot;,&quot;strokeStyle&quot;:&quot;rgba(70,69,70,1)&quot;,&quot;lineWidth&quot;:0.143473447229284,&quot;lineJoin&quot;:&quot;round&quot;}],&quot;isLocked&quot;:false,&quot;parent&quot;:{&quot;type&quot;:&quot;CHILD&quot;,&quot;parentId&quot;:&quot;9482e9a8-6d71-4252-81b8-0aad701a6556&quot;,&quot;order&quot;:&quot;3&quot;}},&quot;b02d4d38-9479-42a1-9563-2b24ce591577&quot;:{&quot;type&quot;:&quot;FIGURE_OBJECT&quot;,&quot;id&quot;:&quot;b02d4d38-9479-42a1-9563-2b24ce591577&quot;,&quot;relativeTransform&quot;:{&quot;translate&quot;:{&quot;x&quot;:-32.71612889218531,&quot;y&quot;:7.960677625562049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.7854473432977567,&quot;color&quot;:&quot;rgba(70,69,70,1)&quot;,&quot;fontWeight&quot;:&quot;normal&quot;,&quot;fontStyle&quot;:&quot;normal&quot;,&quot;decoration&quot;:&quot;none&quot;,&quot;script&quot;:&quot;none&quot;},&quot;range&quot;:[0,14]}],&quot;text&quot;:&quot;Red blood cells&quot;,&quot;baseStyle&quot;:{&quot;fontFamily&quot;:&quot;Roboto&quot;,&quot;fontSize&quot;:1.7854473432977567,&quot;color&quot;:&quot;#232323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43500946909827,&quot;y&quot;:2.1042772260295},&quot;targetSize&quot;:{&quot;x&quot;:12.43500946909827,&quot;y&quot;:2.1042772260295},&quot;format&quot;:&quot;BETTER_TEXT&quot;,&quot;verticalAlign&quot;:&quot;TOP&quot;},&quot;isLocked&quot;:false,&quot;parent&quot;:{&quot;type&quot;:&quot;CHILD&quot;,&quot;parentId&quot;:&quot;9482e9a8-6d71-4252-81b8-0aad701a6556&quot;,&quot;order&quot;:&quot;2&quot;}},&quot;40462129-e68d-4b27-a4f5-b70548607587&quot;:{&quot;type&quot;:&quot;FIGURE_OBJECT&quot;,&quot;id&quot;:&quot;40462129-e68d-4b27-a4f5-b70548607587&quot;,&quot;relativeTransform&quot;:{&quot;translate&quot;:{&quot;x&quot;:-29.499127487048714,&quot;y&quot;:-2.64833304659592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.7854473432977567,&quot;color&quot;:&quot;rgba(70,69,70,1)&quot;,&quot;fontWeight&quot;:&quot;normal&quot;,&quot;fontStyle&quot;:&quot;normal&quot;,&quot;decoration&quot;:&quot;none&quot;,&quot;script&quot;:&quot;none&quot;},&quot;range&quot;:[0,5]}],&quot;text&quot;:&quot;Plasma&quot;,&quot;baseStyle&quot;:{&quot;fontFamily&quot;:&quot;Roboto&quot;,&quot;fontSize&quot;:1.7854473432977567,&quot;color&quot;:&quot;#232323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0,&quot;charIndex&quot;:0,&quot;endOfLine&quot;:true}},&quot;size&quot;:{&quot;x&quot;:6.0010691197379264,&quot;y&quot;:2.1042772260295},&quot;targetSize&quot;:{&quot;x&quot;:6.0010691197379264,&quot;y&quot;:2.1042772260295},&quot;format&quot;:&quot;BETTER_TEXT&quot;,&quot;verticalAlign&quot;:&quot;TOP&quot;},&quot;isLocked&quot;:false,&quot;parent&quot;:{&quot;type&quot;:&quot;CHILD&quot;,&quot;parentId&quot;:&quot;9482e9a8-6d71-4252-81b8-0aad701a6556&quot;,&quot;order&quot;:&quot;1&quot;}},&quot;ac0567e3-4a80-4cd6-b75f-21a72c9d0b51&quot;:{&quot;type&quot;:&quot;FIGURE_OBJECT&quot;,&quot;id&quot;:&quot;ac0567e3-4a80-4cd6-b75f-21a72c9d0b51&quot;,&quot;name&quot;:&quot;Blood vial (centrifuged 2)&quot;,&quot;relativeTransform&quot;:{&quot;translate&quot;:{&quot;x&quot;:-18.164837929275784,&quot;y&quot;:1.441718546359276},&quot;rotate&quot;:0,&quot;skewX&quot;:0,&quot;scale&quot;:{&quot;x&quot;:0.10485790961061285,&quot;y&quot;:0.10485790961061288}},&quot;opacity&quot;:1,&quot;image&quot;:{&quot;url&quot;:&quot;https://icons.biorender.com/biorender/5dbafd55c9e7d80004b85b57/20191031152827/image/blood-vial-centrifuged-2.png&quot;,&quot;fallbackUrl&quot;:&quot;https://res.cloudinary.com/dlcjuc3ej/image/upload/v1572535707/u896bdnnelv1nfbzu1q1.svg#/keystone/api/icons/5dbafd55c9e7d80004b85b57/20191031152827/image/blood-vial-centrifuged-2.svg&quot;,&quot;size&quot;:{&quot;x&quot;:65,&quot;y&quot;:239},&quot;isPremium&quot;:false,&quot;isPacked&quot;:true},&quot;source&quot;:{&quot;id&quot;:&quot;5dbafd55c9e7d80004b85b57&quot;,&quot;type&quot;:&quot;ASSETS&quot;},&quot;pathStyles&quot;:[{&quot;type&quot;:&quot;FILL&quot;,&quot;fillStyle&quot;:&quot;rgb(0,0,0)&quot;}],&quot;isLocked&quot;:false,&quot;parent&quot;:{&quot;type&quot;:&quot;CHILD&quot;,&quot;parentId&quot;:&quot;9482e9a8-6d71-4252-81b8-0aad701a6556&quot;,&quot;order&quot;:&quot;01&quot;}},&quot;340d6fd7-2797-49c7-86a2-b62aa3a4508a&quot;:{&quot;type&quot;:&quot;FIGURE_OBJECT&quot;,&quot;id&quot;:&quot;340d6fd7-2797-49c7-86a2-b62aa3a4508a&quot;,&quot;relativeTransform&quot;:{&quot;translate&quot;:{&quot;x&quot;:0.1482628996446882,&quot;y&quot;:-5.836118538787702},&quot;rotate&quot;:0},&quot;isLocked&quot;:false,&quot;parent&quot;:{&quot;type&quot;:&quot;CHILD&quot;,&quot;parentId&quot;:&quot;0cf703da-7052-4c10-9309-3fafa41a39aa&quot;,&quot;order&quot;:&quot;2&quot;},&quot;source&quot;:{&quot;id&quot;:&quot;61eefea30e177000a47d3f86&quot;,&quot;type&quot;:&quot;TEMPLATES&quot;},&quot;assetId&quot;:&quot;61eefea30e177000a47d3f86&quot;},&quot;c1b3ba87-d0ae-4735-ae14-4d85a5123086&quot;:{&quot;type&quot;:&quot;FIGURE_OBJECT&quot;,&quot;id&quot;:&quot;c1b3ba87-d0ae-4735-ae14-4d85a5123086&quot;,&quot;parent&quot;:{&quot;type&quot;:&quot;CHILD&quot;,&quot;parentId&quot;:&quot;340d6fd7-2797-49c7-86a2-b62aa3a4508a&quot;,&quot;order&quot;:&quot;999&quot;},&quot;relativeTransform&quot;:{&quot;translate&quot;:{&quot;x&quot;:0,&quot;y&quot;:0},&quot;rotate&quot;:0}},&quot;402976b2-4fcd-4e2c-9e05-6c640c46dcef&quot;:{&quot;type&quot;:&quot;FIGURE_OBJECT&quot;,&quot;id&quot;:&quot;402976b2-4fcd-4e2c-9e05-6c640c46dcef&quot;,&quot;relativeTransform&quot;:{&quot;translate&quot;:{&quot;x&quot;:3.184507297293325,&quot;y&quot;:38.2001945144063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c1b3ba87-d0ae-4735-ae14-4d85a5123086&quot;,&quot;order&quot;:&quot;7&quot;}},&quot;57feaac5-6062-4e35-be9c-7e1ce808af33&quot;:{&quot;type&quot;:&quot;FIGURE_OBJECT&quot;,&quot;id&quot;:&quot;57feaac5-6062-4e35-be9c-7e1ce808af33&quot;,&quot;parent&quot;:{&quot;type&quot;:&quot;CROP&quot;,&quot;parentId&quot;:&quot;402976b2-4fcd-4e2c-9e05-6c640c46dcef&quot;,&quot;order&quot;:&quot;5&quot;},&quot;relativeTransform&quot;:{&quot;translate&quot;:{&quot;x&quot;:0,&quot;y&quot;:8.965402304461405},&quot;rotate&quot;:0,&quot;skewX&quot;:0,&quot;scale&quot;:{&quot;x&quot;:6.4932335253863815,&quot;y&quot;:11.465206397625764}},&quot;path&quot;:{&quot;type&quot;:&quot;RECT&quot;,&quot;size&quot;:{&quot;x&quot;:2,&quot;y&quot;:2}},&quot;pathStyles&quot;:[{&quot;type&quot;:&quot;FILL&quot;,&quot;fillStyle&quot;:&quot;#fff&quot;}],&quot;isFrozen&quot;:true},&quot;09c61e5f-3a3e-4c0b-87d2-cd428c0c91d5&quot;:{&quot;type&quot;:&quot;FIGURE_OBJECT&quot;,&quot;id&quot;:&quot;09c61e5f-3a3e-4c0b-87d2-cd428c0c91d5&quot;,&quot;relativeTransform&quot;:{&quot;translate&quot;:{&quot;x&quot;:-4.602302322580658,&quot;y&quot;:7.1914571778407375},&quot;rotate&quot;:0},&quot;opacity&quot;:1,&quot;path&quot;:{&quot;type&quot;:&quot;POLY_LINE&quot;,&quot;points&quot;:[{&quot;x&quot;:-1.5533820670102318,&quot;y&quot;:12.901602388450947},{&quot;x&quot;:-0.932029240205755,&quot;y&quot;:12.901602388450947},{&quot;x&quot;:1.1199726228534524e-13,&quot;y&quot;:-12.901602388450947},{&quot;x&quot;:0.932029240206011,&quot;y&quot;:12.901602388450947},{&quot;x&quot;:1.5533820670102318,&quot;y&quot;:12.901602388450947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8, 118, 171, 1)&quot;,&quot;lineWidth&quot;:0.6856449403909657,&quot;lineJoin&quot;:&quot;round&quot;}],&quot;isLocked&quot;:false,&quot;parent&quot;:{&quot;type&quot;:&quot;CHILD&quot;,&quot;parentId&quot;:&quot;402976b2-4fcd-4e2c-9e05-6c640c46dcef&quot;,&quot;order&quot;:&quot;7&quot;}},&quot;5ecf96a9-4c3a-4dfb-b3ad-24decd59c172&quot;:{&quot;type&quot;:&quot;FIGURE_OBJECT&quot;,&quot;id&quot;:&quot;5ecf96a9-4c3a-4dfb-b3ad-24decd59c172&quot;,&quot;relativeTransform&quot;:{&quot;translate&quot;:{&quot;x&quot;:4.602302322580658,&quot;y&quot;:16.275602690344705},&quot;rotate&quot;:0},&quot;opacity&quot;:1,&quot;path&quot;:{&quot;type&quot;:&quot;POLY_LINE&quot;,&quot;points&quot;:[{&quot;x&quot;:-1.5533820670102318,&quot;y&quot;:3.771437391554393},{&quot;x&quot;:-0.932029240206011,&quot;y&quot;:3.771437391554393},{&quot;x&quot;:0.22984616885681036,&quot;y&quot;:-3.771437391554393},{&quot;x&quot;:0.932029240205755,&quot;y&quot;:3.771437391554393},{&quot;x&quot;:1.5533820670102318,&quot;y&quot;:3.771437391554393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8, 118, 171, 1)&quot;,&quot;lineWidth&quot;:0.6856449403909657,&quot;lineJoin&quot;:&quot;round&quot;}],&quot;isLocked&quot;:false,&quot;parent&quot;:{&quot;type&quot;:&quot;CHILD&quot;,&quot;parentId&quot;:&quot;402976b2-4fcd-4e2c-9e05-6c640c46dcef&quot;,&quot;order&quot;:&quot;5&quot;}},&quot;5d7c9a8f-6e77-4a5c-8ae1-d2f43dace493&quot;:{&quot;type&quot;:&quot;FIGURE_OBJECT&quot;,&quot;id&quot;:&quot;5d7c9a8f-6e77-4a5c-8ae1-d2f43dace493&quot;,&quot;relativeTransform&quot;:{&quot;translate&quot;:{&quot;x&quot;:1.5276530730997788,&quot;y&quot;:9.42799981079448},&quot;rotate&quot;:0},&quot;opacity&quot;:1,&quot;path&quot;:{&quot;type&quot;:&quot;POLY_LINE&quot;,&quot;points&quot;:[{&quot;x&quot;:-1.5533820670101193,&quot;y&quot;:10.603345355242741},{&quot;x&quot;:-0.932029240205899,&quot;y&quot;:10.603345355242741},{&quot;x&quot;:0,&quot;y&quot;:-10.603345355242741},{&quot;x&quot;:0.9320292402056748,&quot;y&quot;:10.603345355242741},{&quot;x&quot;:1.5533820670101193,&quot;y&quot;:10.603345355242741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8, 118, 171, 1)&quot;,&quot;lineWidth&quot;:0.6856449403909657,&quot;lineJoin&quot;:&quot;round&quot;}],&quot;isLocked&quot;:false,&quot;parent&quot;:{&quot;type&quot;:&quot;CHILD&quot;,&quot;parentId&quot;:&quot;402976b2-4fcd-4e2c-9e05-6c640c46dcef&quot;,&quot;order&quot;:&quot;2&quot;}},&quot;a8e70f9d-49e9-456e-943d-e41038a790a3&quot;:{&quot;type&quot;:&quot;FIGURE_OBJECT&quot;,&quot;id&quot;:&quot;a8e70f9d-49e9-456e-943d-e41038a790a3&quot;,&quot;relativeTransform&quot;:{&quot;translate&quot;:{&quot;x&quot;:-1.5469961763810849,&quot;y&quot;:-0.025749166648172964},&quot;rotate&quot;:0},&quot;opacity&quot;:1,&quot;path&quot;:{&quot;type&quot;:&quot;POLY_LINE&quot;,&quot;points&quot;:[{&quot;x&quot;:-1.5533820670102478,&quot;y&quot;:20.06731039964351},{&quot;x&quot;:-0.932029240205995,&quot;y&quot;:20.06731039964351},{&quot;x&quot;:3.83990613549755e-13,&quot;y&quot;:-20.06731039964351},{&quot;x&quot;:0.9320292402062832,&quot;y&quot;:20.06731039964351},{&quot;x&quot;:1.5533820670102478,&quot;y&quot;:20.06731039964351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8, 118, 171, 1)&quot;,&quot;lineWidth&quot;:0.6856449403909657,&quot;lineJoin&quot;:&quot;round&quot;}],&quot;isLocked&quot;:false,&quot;parent&quot;:{&quot;type&quot;:&quot;CHILD&quot;,&quot;parentId&quot;:&quot;402976b2-4fcd-4e2c-9e05-6c640c46dcef&quot;,&quot;order&quot;:&quot;1&quot;}},&quot;0f7da2ee-5e31-4fe8-873c-8f5bd42b1ed0&quot;:{&quot;type&quot;:&quot;FIGURE_OBJECT&quot;,&quot;id&quot;:&quot;0f7da2ee-5e31-4fe8-873c-8f5bd42b1ed0&quot;,&quot;relativeTransform&quot;:{&quot;translate&quot;:{&quot;x&quot;:35.12703217576606,&quot;y&quot;:16.069236733264738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c1b3ba87-d0ae-4735-ae14-4d85a5123086&quot;,&quot;order&quot;:&quot;6&quot;}},&quot;1a165f33-df20-4d3c-b2d6-6684270ad681&quot;:{&quot;type&quot;:&quot;FIGURE_OBJECT&quot;,&quot;id&quot;:&quot;1a165f33-df20-4d3c-b2d6-6684270ad681&quot;,&quot;parent&quot;:{&quot;type&quot;:&quot;CROP&quot;,&quot;parentId&quot;:&quot;0f7da2ee-5e31-4fe8-873c-8f5bd42b1ed0&quot;,&quot;order&quot;:&quot;5&quot;},&quot;relativeTransform&quot;:{&quot;translate&quot;:{&quot;x&quot;:0,&quot;y&quot;:19.638500285963076},&quot;rotate&quot;:0,&quot;skewX&quot;:0,&quot;scale&quot;:{&quot;x&quot;:9.644052416818122,&quot;y&quot;:22.92288506578634}},&quot;path&quot;:{&quot;type&quot;:&quot;RECT&quot;,&quot;size&quot;:{&quot;x&quot;:2,&quot;y&quot;:2}},&quot;pathStyles&quot;:[{&quot;type&quot;:&quot;FILL&quot;,&quot;fillStyle&quot;:&quot;#fff&quot;}],&quot;isFrozen&quot;:true},&quot;159fd27b-54c8-4c06-a495-7847c1a2162f&quot;:{&quot;type&quot;:&quot;FIGURE_OBJECT&quot;,&quot;id&quot;:&quot;159fd27b-54c8-4c06-a495-7847c1a2162f&quot;,&quot;relativeTransform&quot;:{&quot;translate&quot;:{&quot;x&quot;:-8.318944565360615,&quot;y&quot;:33.9752225844127},&quot;rotate&quot;:0},&quot;opacity&quot;:1,&quot;path&quot;:{&quot;type&quot;:&quot;POLY_LINE&quot;,&quot;points&quot;:[{&quot;x&quot;:-1.325107851457507,&quot;y&quot;:8.586162767336724},{&quot;x&quot;:-0.7950647108744209,&quot;y&quot;:8.586162767336724},{&quot;x&quot;:3.199921779581292e-14,&quot;y&quot;:-8.586162767336724},{&quot;x&quot;:0.7950647108746131,&quot;y&quot;:8.586162767336724},{&quot;x&quot;:1.325107851457507,&quot;y&quot;:8.586162767336724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3, 184, 150, 1)&quot;,&quot;lineWidth&quot;:0.6856449403909657,&quot;lineJoin&quot;:&quot;round&quot;}],&quot;isLocked&quot;:false,&quot;parent&quot;:{&quot;type&quot;:&quot;CHILD&quot;,&quot;parentId&quot;:&quot;0f7da2ee-5e31-4fe8-873c-8f5bd42b1ed0&quot;,&quot;order&quot;:&quot;8&quot;}},&quot;2cacc53e-b38c-44e3-bab7-aceb4e58d3bc&quot;:{&quot;type&quot;:&quot;FIGURE_OBJECT&quot;,&quot;id&quot;:&quot;2cacc53e-b38c-44e3-bab7-aceb4e58d3bc&quot;,&quot;relativeTransform&quot;:{&quot;translate&quot;:{&quot;x&quot;:8.318944565360615,&quot;y&quot;:33.69968866050758},&quot;rotate&quot;:0},&quot;opacity&quot;:1,&quot;path&quot;:{&quot;type&quot;:&quot;POLY_LINE&quot;,&quot;points&quot;:[{&quot;x&quot;:-1.325107851457507,&quot;y&quot;:8.586162767336724},{&quot;x&quot;:-0.795064710874261,&quot;y&quot;:8.586162767336724},{&quot;x&quot;:-3.199921779581292e-14,&quot;y&quot;:-8.586162767336724},{&quot;x&quot;:0.7950647108746131,&quot;y&quot;:8.586162767336724},{&quot;x&quot;:1.325107851457507,&quot;y&quot;:8.586162767336724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3, 184, 150, 1)&quot;,&quot;lineWidth&quot;:0.6856449403909657,&quot;lineJoin&quot;:&quot;round&quot;}],&quot;isLocked&quot;:false,&quot;parent&quot;:{&quot;type&quot;:&quot;CHILD&quot;,&quot;parentId&quot;:&quot;0f7da2ee-5e31-4fe8-873c-8f5bd42b1ed0&quot;,&quot;order&quot;:&quot;7&quot;}},&quot;eef7a165-0eff-4b90-8404-217689e65d35&quot;:{&quot;type&quot;:&quot;FIGURE_OBJECT&quot;,&quot;id&quot;:&quot;eef7a165-0eff-4b90-8404-217689e65d35&quot;,&quot;relativeTransform&quot;:{&quot;translate&quot;:{&quot;x&quot;:-5.560125321722087,&quot;y&quot;:25.759023332947713},&quot;rotate&quot;:0},&quot;opacity&quot;:1,&quot;path&quot;:{&quot;type&quot;:&quot;POLY_LINE&quot;,&quot;points&quot;:[{&quot;x&quot;:-1.4346046322061392,&quot;y&quot;:16.722126075746495},{&quot;x&quot;:-0.8607627793238241,&quot;y&quot;:16.722126075746495},{&quot;x&quot;:9.599765338743875e-14,&quot;y&quot;:-16.722126075746495},{&quot;x&quot;:0.8607627793237282,&quot;y&quot;:16.722126075746495},{&quot;x&quot;:1.4346046322061392,&quot;y&quot;:16.722126075746495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3, 184, 150, 1)&quot;,&quot;lineWidth&quot;:0.6856449403909657,&quot;lineJoin&quot;:&quot;round&quot;}],&quot;isLocked&quot;:false,&quot;parent&quot;:{&quot;type&quot;:&quot;CHILD&quot;,&quot;parentId&quot;:&quot;0f7da2ee-5e31-4fe8-873c-8f5bd42b1ed0&quot;,&quot;order&quot;:&quot;6&quot;}},&quot;f9450950-788f-40c1-9050-0c893d0114bf&quot;:{&quot;type&quot;:&quot;FIGURE_OBJECT&quot;,&quot;id&quot;:&quot;f9450950-788f-40c1-9050-0c893d0114bf&quot;,&quot;relativeTransform&quot;:{&quot;translate&quot;:{&quot;x&quot;:-2.7923740496543346,&quot;y&quot;:12.974870826516055},&quot;rotate&quot;:0},&quot;opacity&quot;:1,&quot;path&quot;:{&quot;type&quot;:&quot;POLY_LINE&quot;,&quot;points&quot;:[{&quot;x&quot;:-1.4346046322061392,&quot;y&quot;:29.43411067288953},{&quot;x&quot;:-0.8607627793237282,&quot;y&quot;:29.43411067288953},{&quot;x&quot;:-9.599765338743875e-14,&quot;y&quot;:-29.43411067288953},{&quot;x&quot;:0.8607627793236002,&quot;y&quot;:29.43411067288953},{&quot;x&quot;:1.4346046322061392,&quot;y&quot;:29.43411067288953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3, 184, 150, 1)&quot;,&quot;lineWidth&quot;:0.6856449403909657,&quot;lineJoin&quot;:&quot;round&quot;}],&quot;isLocked&quot;:false,&quot;parent&quot;:{&quot;type&quot;:&quot;CHILD&quot;,&quot;parentId&quot;:&quot;0f7da2ee-5e31-4fe8-873c-8f5bd42b1ed0&quot;,&quot;order&quot;:&quot;5&quot;}},&quot;906e92d7-2e3e-4564-ac30-3e5a2564f8d7&quot;:{&quot;type&quot;:&quot;FIGURE_OBJECT&quot;,&quot;id&quot;:&quot;906e92d7-2e3e-4564-ac30-3e5a2564f8d7&quot;,&quot;relativeTransform&quot;:{&quot;translate&quot;:{&quot;x&quot;:5.708411907654102,&quot;y&quot;:25.595290399621256},&quot;rotate&quot;:0},&quot;opacity&quot;:1,&quot;path&quot;:{&quot;type&quot;:&quot;POLY_LINE&quot;,&quot;points&quot;:[{&quot;x&quot;:-1.4346046322061392,&quot;y&quot;:16.722126075746363},{&quot;x&quot;:-0.8607627793236002,&quot;y&quot;:16.722126075746363},{&quot;x&quot;:3.199921779581292e-14,&quot;y&quot;:-16.722126075746363},{&quot;x&quot;:0.8607627793234721,&quot;y&quot;:16.722126075746363},{&quot;x&quot;:1.4346046322061392,&quot;y&quot;:16.722126075746363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3, 184, 150, 1)&quot;,&quot;lineWidth&quot;:0.6856449403909657,&quot;lineJoin&quot;:&quot;round&quot;}],&quot;isLocked&quot;:false,&quot;parent&quot;:{&quot;type&quot;:&quot;CHILD&quot;,&quot;parentId&quot;:&quot;0f7da2ee-5e31-4fe8-873c-8f5bd42b1ed0&quot;,&quot;order&quot;:&quot;3&quot;}},&quot;d2cec7e8-a1f3-42ab-8e15-91cedae30866&quot;:{&quot;type&quot;:&quot;FIGURE_OBJECT&quot;,&quot;id&quot;:&quot;d2cec7e8-a1f3-42ab-8e15-91cedae30866&quot;,&quot;relativeTransform&quot;:{&quot;translate&quot;:{&quot;x&quot;:2.868861902931572,&quot;y&quot;:12.924937529235795},&quot;rotate&quot;:0},&quot;opacity&quot;:1,&quot;path&quot;:{&quot;type&quot;:&quot;POLY_LINE&quot;,&quot;points&quot;:[{&quot;x&quot;:-1.4346046322061392,&quot;y&quot;:29.43411067288953},{&quot;x&quot;:-0.8607627793234721,&quot;y&quot;:29.43411067288953},{&quot;x&quot;:1.5999608897906463e-13,&quot;y&quot;:-29.43411067288953},{&quot;x&quot;:0.8607627793237922,&quot;y&quot;:29.43411067288953},{&quot;x&quot;:1.4346046322061392,&quot;y&quot;:29.43411067288953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3, 184, 150, 1)&quot;,&quot;lineWidth&quot;:0.6856449403909657,&quot;lineJoin&quot;:&quot;round&quot;}],&quot;isLocked&quot;:false,&quot;parent&quot;:{&quot;type&quot;:&quot;CHILD&quot;,&quot;parentId&quot;:&quot;0f7da2ee-5e31-4fe8-873c-8f5bd42b1ed0&quot;,&quot;order&quot;:&quot;2&quot;}},&quot;f3d71230-8cb3-4c25-8108-2e6182dbe887&quot;:{&quot;type&quot;:&quot;FIGURE_OBJECT&quot;,&quot;id&quot;:&quot;f3d71230-8cb3-4c25-8108-2e6182dbe887&quot;,&quot;relativeTransform&quot;:{&quot;translate&quot;:{&quot;x&quot;:0.02931189820917042,&quot;y&quot;:-0.09621948972726116},&quot;rotate&quot;:0},&quot;opacity&quot;:1,&quot;path&quot;:{&quot;type&quot;:&quot;POLY_LINE&quot;,&quot;points&quot;:[{&quot;x&quot;:-1.434604632206203,&quot;y&quot;:42.46516586202217},{&quot;x&quot;:-0.8607627793237282,&quot;y&quot;:42.46516586202217},{&quot;x&quot;:9.599765338743875e-14,&quot;y&quot;:-42.46516586202217},{&quot;x&quot;:0.8607627793238241,&quot;y&quot;:42.46516586202217},{&quot;x&quot;:1.434604632206203,&quot;y&quot;:42.46516586202217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3, 184, 150, 1)&quot;,&quot;lineWidth&quot;:0.6856449403909657,&quot;lineJoin&quot;:&quot;round&quot;}],&quot;isLocked&quot;:false,&quot;parent&quot;:{&quot;type&quot;:&quot;CHILD&quot;,&quot;parentId&quot;:&quot;0f7da2ee-5e31-4fe8-873c-8f5bd42b1ed0&quot;,&quot;order&quot;:&quot;1&quot;}},&quot;3f025447-2b1e-49f7-97d5-fc8babee7fd9&quot;:{&quot;type&quot;:&quot;FIGURE_OBJECT&quot;,&quot;id&quot;:&quot;3f025447-2b1e-49f7-97d5-fc8babee7fd9&quot;,&quot;relativeTransform&quot;:{&quot;translate&quot;:{&quot;x&quot;:-12.860382716402846,&quot;y&quot;:40.08038956795131},&quot;rotate&quot;:-1.5707963267948966,&quot;skewX&quot;:-1.1513844737127064e-32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5.2540711322374625,&quot;color&quot;:&quot;#232323&quot;,&quot;fontWeight&quot;:&quot;normal&quot;,&quot;fontStyle&quot;:&quot;normal&quot;,&quot;decoration&quot;:&quot;none&quot;,&quot;script&quot;:&quot;none&quot;},&quot;range&quot;:[0,17]}],&quot;text&quot;:&quot;Relative abundance&quot;,&quot;baseStyle&quot;:{&quot;fontFamily&quot;:&quot;Roboto&quot;,&quot;fontSize&quot;:5.2540711322374625,&quot;color&quot;:&quot;#232323&quot;,&quot;fontWeight&quot;:&quot;normal&quot;,&quot;fontStyle&quot;:&quot;normal&quot;,&quot;decoration&quot;:&quot;none&quot;,&quot;script&quot;:&quot;none&quot;}}],&quot;verticalAlign&quot;:&quot;TOP&quot;},&quot;size&quot;:{&quot;x&quot;:51.63049557459784,&quot;y&quot;:6.098896686481234},&quot;targetSize&quot;:{&quot;x&quot;:51.63049557459784,&quot;y&quot;:6.098896686481234},&quot;format&quot;:&quot;BETTER_TEXT&quot;,&quot;verticalAlign&quot;:&quot;TOP&quot;},&quot;isLocked&quot;:false,&quot;parent&quot;:{&quot;type&quot;:&quot;CHILD&quot;,&quot;parentId&quot;:&quot;c1b3ba87-d0ae-4735-ae14-4d85a5123086&quot;,&quot;order&quot;:&quot;5&quot;}},&quot;b949dbc5-6f79-422d-a28e-c4cffb2bb56d&quot;:{&quot;type&quot;:&quot;FIGURE_OBJECT&quot;,&quot;id&quot;:&quot;b949dbc5-6f79-422d-a28e-c4cffb2bb56d&quot;,&quot;relativeTransform&quot;:{&quot;translate&quot;:{&quot;x&quot;:21.578421824306425,&quot;y&quot;:63.6756416451307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5.254071132237461,&quot;color&quot;:&quot;#232323&quot;,&quot;fontWeight&quot;:&quot;normal&quot;,&quot;fontStyle&quot;:&quot;italic&quot;,&quot;decoration&quot;:&quot;none&quot;,&quot;script&quot;:&quot;none&quot;},&quot;range&quot;:[0,2]}],&quot;text&quot;:&quot;m/z&quot;,&quot;baseStyle&quot;:{&quot;fontFamily&quot;:&quot;Roboto&quot;,&quot;fontSize&quot;:5.254071132237461,&quot;color&quot;:&quot;#232323&quot;,&quot;fontWeight&quot;:&quot;normal&quot;,&quot;fontStyle&quot;:&quot;italic&quot;,&quot;decoration&quot;:&quot;none&quot;,&quot;script&quot;:&quot;none&quot;}}],&quot;verticalAlign&quot;:&quot;TOP&quot;},&quot;size&quot;:{&quot;x&quot;:59.63171102222036,&quot;y&quot;:6.098896686481234},&quot;targetSize&quot;:{&quot;x&quot;:59.63171102222036,&quot;y&quot;:6.098896686481234},&quot;format&quot;:&quot;BETTER_TEXT&quot;,&quot;verticalAlign&quot;:&quot;TOP&quot;},&quot;isLocked&quot;:false,&quot;parent&quot;:{&quot;type&quot;:&quot;CHILD&quot;,&quot;parentId&quot;:&quot;c1b3ba87-d0ae-4735-ae14-4d85a5123086&quot;,&quot;order&quot;:&quot;3&quot;}},&quot;f56ea4db-df12-4e86-a196-23d19514cd25&quot;:{&quot;type&quot;:&quot;FIGURE_OBJECT&quot;,&quot;id&quot;:&quot;f56ea4db-df12-4e86-a196-23d19514cd25&quot;,&quot;relativeTransform&quot;:{&quot;translate&quot;:{&quot;x&quot;:21.89707978911263,&quot;y&quot;:40.080251843355775},&quot;rotate&quot;:0},&quot;opacity&quot;:1,&quot;path&quot;:{&quot;type&quot;:&quot;POLY_LINE&quot;,&quot;points&quot;:[{&quot;x&quot;:-30.275277480755133,&quot;y&quot;:-18.850862371135843},{&quot;x&quot;:-30.275277480755133,&quot;y&quot;:18.85086237113578},{&quot;x&quot;:30.275277480755165,&quot;y&quot;:18.85086237113578}],&quot;closed&quot;:false},&quot;pathStyles&quot;:[{&quot;type&quot;:&quot;FILL&quot;,&quot;fillStyle&quot;:&quot;transparent&quot;},{&quot;type&quot;:&quot;STROKE&quot;,&quot;strokeStyle&quot;:&quot;#232323&quot;,&quot;lineWidth&quot;:0.8227739284691591,&quot;lineJoin&quot;:&quot;round&quot;}],&quot;isLocked&quot;:false,&quot;parent&quot;:{&quot;type&quot;:&quot;CHILD&quot;,&quot;parentId&quot;:&quot;c1b3ba87-d0ae-4735-ae14-4d85a5123086&quot;,&quot;order&quot;:&quot;2&quot;}},&quot;82ab57b7-0dae-41c7-9624-2cc3402dd8ac&quot;:{&quot;type&quot;:&quot;FIGURE_OBJECT&quot;,&quot;id&quot;:&quot;82ab57b7-0dae-41c7-9624-2cc3402dd8ac&quot;,&quot;relativeTransform&quot;:{&quot;translate&quot;:{&quot;x&quot;:17.529016017560174,&quot;y&quot;:40.331459960415245},&quot;rotate&quot;:-1.570796326794897,&quot;skewX&quot;:4.605537894850826e-32},&quot;opacity&quot;:1,&quot;path&quot;:{&quot;type&quot;:&quot;RECT&quot;,&quot;size&quot;:{&quot;x&quot;:62.065885380982394,&quot;y&quot;:78.64241947607063},&quot;cornerRounding&quot;:{&quot;type&quot;:&quot;ARC_LENGTH&quot;,&quot;global&quot;:0}},&quot;pathStyles&quot;:[{&quot;type&quot;:&quot;FILL&quot;,&quot;fillStyle&quot;:&quot;rgba(254,254,254,1)&quot;},{&quot;type&quot;:&quot;STROKE&quot;,&quot;strokeStyle&quot;:&quot;rgba(23,23,23,1)&quot;,&quot;lineWidth&quot;:0.5485159523127726,&quot;lineJoin&quot;:&quot;round&quot;}],&quot;isLocked&quot;:false,&quot;parent&quot;:{&quot;type&quot;:&quot;CHILD&quot;,&quot;parentId&quot;:&quot;c1b3ba87-d0ae-4735-ae14-4d85a5123086&quot;,&quot;order&quot;:&quot;1&quot;}},&quot;267e7790-f3d2-4088-af6b-79dcc802bc49&quot;:{&quot;type&quot;:&quot;FIGURE_OBJECT&quot;,&quot;id&quot;:&quot;267e7790-f3d2-4088-af6b-79dcc802bc49&quot;,&quot;relativeTransform&quot;:{&quot;translate&quot;:{&quot;x&quot;:17.51655340406716,&quot;y&quot;:79.8819292210057},&quot;rotate&quot;:3.141592653589793,&quot;skewX&quot;:-2.302768947425413e-32},&quot;opacity&quot;:0.75,&quot;path&quot;:{&quot;type&quot;:&quot;TRIANGLE&quot;,&quot;size&quot;:{&quot;x&quot;:-79.19101177533204,&quot;y&quot;:16.516573739086624},&quot;cornerRounding&quot;:{&quot;type&quot;:&quot;ARC_LENGTH&quot;,&quot;global&quot;:2.541563988901085e-14}},&quot;pathStyles&quot;:[{&quot;type&quot;:&quot;FILL&quot;,&quot;fillStyle&quot;:&quot;rgba(166,195,218,1)&quot;},{&quot;type&quot;:&quot;STROKE&quot;,&quot;strokeStyle&quot;:&quot;rgba(23,23,23,1)&quot;,&quot;lineWidth&quot;:0,&quot;lineJoin&quot;:&quot;round&quot;}],&quot;isLocked&quot;:false,&quot;parent&quot;:{&quot;type&quot;:&quot;CHILD&quot;,&quot;parentId&quot;:&quot;c1b3ba87-d0ae-4735-ae14-4d85a5123086&quot;,&quot;order&quot;:&quot;05&quot;}},&quot;d7aa071c-31c9-4a5a-b5d4-3db820abd103&quot;:{&quot;type&quot;:&quot;FIGURE_OBJECT&quot;,&quot;id&quot;:&quot;d7aa071c-31c9-4a5a-b5d4-3db820abd103&quot;,&quot;relativeTransform&quot;:{&quot;translate&quot;:{&quot;x&quot;:-32.61106689594952,&quot;y&quot;:-1.3927131141306865},&quot;rotate&quot;:0},&quot;opacity&quot;:1,&quot;path&quot;:{&quot;type&quot;:&quot;POLY_LINE&quot;,&quot;points&quot;:[{&quot;x&quot;:-86.69993169966112,&quot;y&quot;:6.14430895933581},{&quot;x&quot;:-67.50089921954014,&quot;y&quot;:6.14430895933581}],&quot;closed&quot;:false},&quot;pathStyles&quot;:[{&quot;type&quot;:&quot;FILL&quot;,&quot;fillStyle&quot;:&quot;rgba(0,0,0,0)&quot;},{&quot;type&quot;:&quot;STROKE&quot;,&quot;strokeStyle&quot;:&quot;#232323&quot;,&quot;lineWidth&quot;:0.6534532164087038,&quot;lineJoin&quot;:&quot;round&quot;}],&quot;isLocked&quot;:false,&quot;parent&quot;:{&quot;type&quot;:&quot;CHILD&quot;,&quot;parentId&quot;:&quot;340d6fd7-2797-49c7-86a2-b62aa3a4508a&quot;,&quot;order&quot;:&quot;999999999996&quot;},&quot;connectorInfo&quot;:{&quot;connectedObjects&quot;:[],&quot;type&quot;:&quot;LINE&quot;,&quot;offset&quot;:{&quot;x&quot;:0,&quot;y&quot;:0},&quot;bending&quot;:0.1,&quot;firstElementIsHead&quot;:true,&quot;customized&quot;:false}},&quot;b940327e-dd83-461c-adf4-895fc2f2c070&quot;:{&quot;type&quot;:&quot;FIGURE_OBJECT&quot;,&quot;id&quot;:&quot;b940327e-dd83-461c-adf4-895fc2f2c070&quot;,&quot;relativeTransform&quot;:{&quot;translate&quot;:{&quot;x&quot;:-110.36827132970147,&quot;y&quot;:-15.855371470875786},&quot;rotate&quot;:-1.5707963267948966},&quot;opacity&quot;:1,&quot;path&quot;:{&quot;type&quot;:&quot;POLY_LINE&quot;,&quot;points&quot;:[{&quot;x&quot;:14.194413593924722,&quot;y&quot;:-10.205072035232007},{&quot;x&quot;:14.194413593924722,&quot;y&quot;:10.205072035232007},{&quot;x&quot;:-118.17796424107077,&quot;y&quot;:10.205072035232007}],&quot;closed&quot;:false,&quot;cornerRounding&quot;:{&quot;type&quot;:&quot;ARC_LENGTH&quot;,&quot;global&quot;:6.842946080447349}},&quot;pathStyles&quot;:[{&quot;type&quot;:&quot;FILL&quot;,&quot;fillStyle&quot;:&quot;rgba(0,0,0,0)&quot;},{&quot;type&quot;:&quot;STROKE&quot;,&quot;strokeStyle&quot;:&quot;#232323&quot;,&quot;lineWidth&quot;:0.6534532164087038,&quot;lineJoin&quot;:&quot;round&quot;}],&quot;pathMarkers&quot;:{&quot;markerEnd&quot;:{&quot;type&quot;:&quot;PATH&quot;,&quot;units&quot;:{&quot;type&quot;:&quot;STROKE_WIDTH&quot;,&quot;scale&quot;:1.4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40d6fd7-2797-49c7-86a2-b62aa3a4508a&quot;,&quot;order&quot;:&quot;9999999999955&quot;},&quot;connectorInfo&quot;:{&quot;connectedObjects&quot;:[],&quot;type&quot;:&quot;ELBOW&quot;,&quot;offset&quot;:{&quot;x&quot;:0,&quot;y&quot;:0},&quot;bending&quot;:0.1,&quot;firstElementIsHead&quot;:true,&quot;customized&quot;:false}},&quot;be352d0e-090b-43dd-b5c7-62b4cc92d38d&quot;:{&quot;id&quot;:&quot;be352d0e-090b-43dd-b5c7-62b4cc92d38d&quot;,&quot;name&quot;:&quot;Eppendorf tube (2-3, open)&quot;,&quot;type&quot;:&quot;FIGURE_OBJECT&quot;,&quot;relativeTransform&quot;:{&quot;translate&quot;:{&quot;x&quot;:-93.45839162401377,&quot;y&quot;:117.80783473565572},&quot;rotate&quot;:6.283185307179586,&quot;skewX&quot;:0,&quot;scale&quot;:{&quot;x&quot;:-0.3510569128209343,&quot;y&quot;:0.3510569128209343}},&quot;image&quot;:{&quot;url&quot;:&quot;https://icons.biorender.com/biorender/5e41d88de250000028d2f6c7/eppendorf-tube-2-3-open.png&quot;,&quot;fallbackUrl&quot;:&quot;https://res.cloudinary.com/dlcjuc3ej/image/upload/v1581373572/geuyygpquus4769hcnyj.svg#/keystone/api/icons/5e41d88de250000028d2f6c7/eppendorf-tube-2-3-open.svg&quot;,&quot;isPremium&quot;:false,&quot;isPacked&quot;:true,&quot;size&quot;:{&quot;x&quot;:80,&quot;y&quot;:142.90322580645162}},&quot;source&quot;:{&quot;id&quot;:&quot;5e41d859e250000028d2f6a4&quot;,&quot;type&quot;:&quot;ASSETS&quot;},&quot;isPremium&quot;:false,&quot;parent&quot;:{&quot;type&quot;:&quot;CHILD&quot;,&quot;parentId&quot;:&quot;340d6fd7-2797-49c7-86a2-b62aa3a4508a&quot;,&quot;order&quot;:&quot;999999999995&quot;}},&quot;cee6235f-aa48-4c12-b6ea-dacdd9623183&quot;:{&quot;id&quot;:&quot;cee6235f-aa48-4c12-b6ea-dacdd9623183&quot;,&quot;name&quot;:&quot;Eppendorf tube (2-3, closed)&quot;,&quot;type&quot;:&quot;FIGURE_OBJECT&quot;,&quot;relativeTransform&quot;:{&quot;translate&quot;:{&quot;x&quot;:-15.164082094653475,&quot;y&quot;:-30.40973843460825},&quot;rotate&quot;:0,&quot;skewX&quot;:0,&quot;scale&quot;:{&quot;x&quot;:0.3510569128209343,&quot;y&quot;:0.3510569128209343}},&quot;image&quot;:{&quot;url&quot;:&quot;https://icons.biorender.com/biorender/5e41da09e250000028d2f76a/eppendorf-tube-2-3-closed.png&quot;,&quot;fallbackUrl&quot;:&quot;https://res.cloudinary.com/dlcjuc3ej/image/upload/v1581373954/ov5jqto2juiwcldidekg.svg#/keystone/api/icons/5e41da09e250000028d2f76a/eppendorf-tube-2-3-closed.svg&quot;,&quot;isPremium&quot;:false,&quot;isPacked&quot;:true,&quot;size&quot;:{&quot;x&quot;:50,&quot;y&quot;:108.64197530864197}},&quot;source&quot;:{&quot;id&quot;:&quot;5e41d9e1e250000028d2f747&quot;,&quot;type&quot;:&quot;ASSETS&quot;},&quot;isPremium&quot;:false,&quot;parent&quot;:{&quot;type&quot;:&quot;CHILD&quot;,&quot;parentId&quot;:&quot;340d6fd7-2797-49c7-86a2-b62aa3a4508a&quot;,&quot;order&quot;:&quot;99999999999&quot;}},&quot;cc4fd439-ec72-4598-9791-bef4fca9c6b0&quot;:{&quot;type&quot;:&quot;FIGURE_OBJECT&quot;,&quot;id&quot;:&quot;cc4fd439-ec72-4598-9791-bef4fca9c6b0&quot;,&quot;relativeTransform&quot;:{&quot;translate&quot;:{&quot;x&quot;:147.692033936311,&quot;y&quot;:79.88844717938315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40d6fd7-2797-49c7-86a2-b62aa3a4508a&quot;,&quot;order&quot;:&quot;9999999995&quot;}},&quot;32e9ea6c-f4a9-4219-ad47-c73c5b615511&quot;:{&quot;type&quot;:&quot;FIGURE_OBJECT&quot;,&quot;id&quot;:&quot;32e9ea6c-f4a9-4219-ad47-c73c5b615511&quot;,&quot;relativeTransform&quot;:{&quot;translate&quot;:{&quot;x&quot;:1.2780364858565134,&quot;y&quot;:3.0568647176018264},&quot;rotate&quot;:0},&quot;opacity&quot;:1,&quot;path&quot;:{&quot;type&quot;:&quot;RECT&quot;,&quot;size&quot;:{&quot;x&quot;:65.01188718040943,&quot;y&quot;:70.59575890102072},&quot;cornerRounding&quot;:{&quot;type&quot;:&quot;ARC_LENGTH&quot;,&quot;global&quot;:0}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95&quot;}},&quot;9ceb8a19-19a6-4f7d-a6ee-ea34532f5731&quot;:{&quot;type&quot;:&quot;FIGURE_OBJECT&quot;,&quot;id&quot;:&quot;9ceb8a19-19a6-4f7d-a6ee-ea34532f5731&quot;,&quot;relativeTransform&quot;:{&quot;translate&quot;:{&quot;x&quot;:-46.51379539914045,&quot;y&quot;:5.18232104481038},&quot;rotate&quot;:0},&quot;opacity&quot;:1,&quot;path&quot;:{&quot;type&quot;:&quot;POLY_LINE&quot;,&quot;points&quot;:[{&quot;x&quot;:4.919766785992802,&quot;y&quot;:17.227435035095088},{&quot;x&quot;:-4.919766785992802,&quot;y&quot;:17.227435035095088},{&quot;x&quot;:-4.919766785992802,&quot;y&quot;:-17.227435035095088},{&quot;x&quot;:-1.1567349882530247,&quot;y&quot;:-17.227435035095088}],&quot;closed&quot;:false},&quot;pathStyles&quot;:[{&quot;type&quot;:&quot;FILL&quot;,&quot;fillStyle&quot;:&quot;transparent&quot;},{&quot;type&quot;:&quot;STROKE&quot;,&quot;strokeStyle&quot;:&quot;#232323&quot;,&quot;lineWidth&quot;:0.43126281812268263,&quot;lineJoin&quot;:&quot;round&quot;}],&quot;isLocked&quot;:false,&quot;parent&quot;:{&quot;type&quot;:&quot;CHILD&quot;,&quot;parentId&quot;:&quot;cc4fd439-ec72-4598-9791-bef4fca9c6b0&quot;,&quot;order&quot;:&quot;71&quot;}},&quot;df8f16b6-0de8-4228-a430-587704700592&quot;:{&quot;type&quot;:&quot;FIGURE_OBJECT&quot;,&quot;id&quot;:&quot;df8f16b6-0de8-4228-a430-587704700592&quot;,&quot;relativeTransform&quot;:{&quot;translate&quot;:{&quot;x&quot;:-34.433158601575194,&quot;y&quot;:13.931625946325823},&quot;rotate&quot;:0},&quot;opacity&quot;:1,&quot;path&quot;:{&quot;type&quot;:&quot;POLY_LINE&quot;,&quot;points&quot;:[{&quot;x&quot;:2.442492498737692,&quot;y&quot;:6.168489410590111},{&quot;x&quot;:-2.442492498737692,&quot;y&quot;:6.168489410590111},{&quot;x&quot;:-2.442492498737692,&quot;y&quot;:-6.168489410590111},{&quot;x&quot;:2.442492498737692,&quot;y&quot;:-6.168489410590111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7&quot;}},&quot;95edfa32-bb75-4cd8-a310-aa84c0ff2dd6&quot;:{&quot;type&quot;:&quot;FIGURE_OBJECT&quot;,&quot;id&quot;:&quot;95edfa32-bb75-4cd8-a310-aa84c0ff2dd6&quot;,&quot;relativeTransform&quot;:{&quot;translate&quot;:{&quot;x&quot;:-36.273092704879744,&quot;y&quot;:22.210298317151956},&quot;rotate&quot;:0},&quot;opacity&quot;:1,&quot;path&quot;:{&quot;type&quot;:&quot;POLY_LINE&quot;,&quot;points&quot;:[{&quot;x&quot;:4.885096022264731,&quot;y&quot;:8.686063148424061},{&quot;x&quot;:-4.885096022264731,&quot;y&quot;:8.686063148424061},{&quot;x&quot;:-4.885096022264731,&quot;y&quot;:-8.686063148424061},{&quot;x&quot;:-0.7401599760402024,&quot;y&quot;:-8.686063148424061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67&quot;}},&quot;20bd08b7-0d39-428b-8427-cf1bb7ff23b3&quot;:{&quot;type&quot;:&quot;FIGURE_OBJECT&quot;,&quot;id&quot;:&quot;20bd08b7-0d39-428b-8427-cf1bb7ff23b3&quot;,&quot;relativeTransform&quot;:{&quot;translate&quot;:{&quot;x&quot;:-34.10248693600848,&quot;y&quot;:-20.699276365620342},&quot;rotate&quot;:0},&quot;opacity&quot;:1,&quot;path&quot;:{&quot;type&quot;:&quot;POLY_LINE&quot;,&quot;points&quot;:[{&quot;x&quot;:2.442492498737692,&quot;y&quot;:6.16848941059015},{&quot;x&quot;:-2.442492498737692,&quot;y&quot;:6.16848941059015},{&quot;x&quot;:-2.442492498737692,&quot;y&quot;:-6.16848941059015},{&quot;x&quot;:2.442492498737692,&quot;y&quot;:-6.16848941059015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66&quot;}},&quot;44acd9be-3b69-470a-90ed-14c29e12aa90&quot;:{&quot;type&quot;:&quot;FIGURE_OBJECT&quot;,&quot;id&quot;:&quot;44acd9be-3b69-470a-90ed-14c29e12aa90&quot;,&quot;relativeTransform&quot;:{&quot;translate&quot;:{&quot;x&quot;:-39.31457739764817,&quot;y&quot;:-12.843208535871018},&quot;rotate&quot;:0},&quot;opacity&quot;:1,&quot;path&quot;:{&quot;type&quot;:&quot;POLY_LINE&quot;,&quot;points&quot;:[{&quot;x&quot;:8.118011005290516,&quot;y&quot;:8.686063148424061},{&quot;x&quot;:-8.118011005290516,&quot;y&quot;:8.686063148424061},{&quot;x&quot;:-8.118011005290516,&quot;y&quot;:-8.686063148424061},{&quot;x&quot;:2.8945590068645606,&quot;y&quot;:-8.686063148424061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65&quot;}},&quot;83e003b3-660c-477c-b2b1-61aab01aa3c2&quot;:{&quot;type&quot;:&quot;FIGURE_OBJECT&quot;,&quot;id&quot;:&quot;83e003b3-660c-477c-b2b1-61aab01aa3c2&quot;,&quot;relativeTransform&quot;:{&quot;translate&quot;:{&quot;x&quot;:-1.9625389208234925,&quot;y&quot;:-47.73621967689284},&quot;rotate&quot;:0},&quot;opacity&quot;:1,&quot;path&quot;:{&quot;type&quot;:&quot;POLY_LINE&quot;,&quot;points&quot;:[{&quot;x&quot;:-16.379502896770337,&quot;y&quot;:5.038212098290796},{&quot;x&quot;:-16.379502896770337,&quot;y&quot;:-5.31069326564684},{&quot;x&quot;:16.379502896770337,&quot;y&quot;:-5.31069326564684},{&quot;x&quot;:16.379502896770337,&quot;y&quot;:5.31069326564684}],&quot;closed&quot;:false},&quot;pathStyles&quot;:[{&quot;type&quot;:&quot;FILL&quot;,&quot;fillStyle&quot;:&quot;transparent&quot;},{&quot;type&quot;:&quot;STROKE&quot;,&quot;strokeStyle&quot;:&quot;#232323&quot;,&quot;lineWidth&quot;:0.43126281812268263,&quot;lineJoin&quot;:&quot;round&quot;}],&quot;isLocked&quot;:false,&quot;parent&quot;:{&quot;type&quot;:&quot;CHILD&quot;,&quot;parentId&quot;:&quot;cc4fd439-ec72-4598-9791-bef4fca9c6b0&quot;,&quot;order&quot;:&quot;63&quot;}},&quot;5aa73a33-0d61-4d6d-ad57-9573e733f54b&quot;:{&quot;type&quot;:&quot;FIGURE_OBJECT&quot;,&quot;id&quot;:&quot;5aa73a33-0d61-4d6d-ad57-9573e733f54b&quot;,&quot;relativeTransform&quot;:{&quot;translate&quot;:{&quot;x&quot;:-10.281204159563542,&quot;y&quot;:-35.21668199312888},&quot;rotate&quot;:0},&quot;opacity&quot;:1,&quot;path&quot;:{&quot;type&quot;:&quot;POLY_LINE&quot;,&quot;points&quot;:[{&quot;x&quot;:-5.864877154586843,&quot;y&quot;:2.8185528833050433},{&quot;x&quot;:-5.864877154586843,&quot;y&quot;:-2.8185528833050433},{&quot;x&quot;:5.864877154586843,&quot;y&quot;:-2.8185528833050433},{&quot;x&quot;:5.864877154586843,&quot;y&quot;:2.8185528833050433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62&quot;}},&quot;acae0a37-da2a-4878-8880-9de05c34f0a9&quot;:{&quot;type&quot;:&quot;FIGURE_OBJECT&quot;,&quot;id&quot;:&quot;acae0a37-da2a-4878-8880-9de05c34f0a9&quot;,&quot;relativeTransform&quot;:{&quot;translate&quot;:{&quot;x&quot;:-18.152401340288424,&quot;y&quot;:-37.42100451171224},&quot;rotate&quot;:0},&quot;opacity&quot;:1,&quot;path&quot;:{&quot;type&quot;:&quot;POLY_LINE&quot;,&quot;points&quot;:[{&quot;x&quot;:-8.258536236607954,&quot;y&quot;:5.137987086308966},{&quot;x&quot;:-8.258536236607954,&quot;y&quot;:-5.137987086308966},{&quot;x&quot;:8.258536236607954,&quot;y&quot;:-5.137987086308966},{&quot;x&quot;:8.258536236607954,&quot;y&quot;:-0.7784764887659392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61&quot;}},&quot;52e18908-58a7-4719-9b1a-cab8bad25d0e&quot;:{&quot;type&quot;:&quot;FIGURE_OBJECT&quot;,&quot;id&quot;:&quot;52e18908-58a7-4719-9b1a-cab8bad25d0e&quot;,&quot;relativeTransform&quot;:{&quot;translate&quot;:{&quot;x&quot;:22.645169591417726,&quot;y&quot;:-34.81864467186392},&quot;rotate&quot;:0},&quot;opacity&quot;:1,&quot;path&quot;:{&quot;type&quot;:&quot;POLY_LINE&quot;,&quot;points&quot;:[{&quot;x&quot;:-5.864877154586843,&quot;y&quot;:2.5689351570008774},{&quot;x&quot;:-5.864877154586843,&quot;y&quot;:-2.5689351570008774},{&quot;x&quot;:5.864877154586843,&quot;y&quot;:-2.5689351570008774},{&quot;x&quot;:5.864877154586843,&quot;y&quot;:2.5689351570008774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6&quot;}},&quot;8c38f993-ff3c-4eed-a099-fa6086379087&quot;:{&quot;type&quot;:&quot;FIGURE_OBJECT&quot;,&quot;id&quot;:&quot;8c38f993-ff3c-4eed-a099-fa6086379087&quot;,&quot;relativeTransform&quot;:{&quot;translate&quot;:{&quot;x&quot;:15.010893593718288,&quot;y&quot;:-37.2732431345065},&quot;rotate&quot;:0},&quot;opacity&quot;:1,&quot;path&quot;:{&quot;type&quot;:&quot;POLY_LINE&quot;,&quot;points&quot;:[{&quot;x&quot;:-8.258536236607954,&quot;y&quot;:5.0478595940419195},{&quot;x&quot;:-8.258536236607954,&quot;y&quot;:-5.0478595940419195},{&quot;x&quot;:8.258536236607954,&quot;y&quot;:-5.0478595940419195},{&quot;x&quot;:8.258536236607954,&quot;y&quot;:0.16259762535479894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58&quot;}},&quot;822f0857-6220-4ae2-9a43-9db1cef0278f&quot;:{&quot;type&quot;:&quot;FIGURE_OBJECT&quot;,&quot;id&quot;:&quot;822f0857-6220-4ae2-9a43-9db1cef0278f&quot;,&quot;relativeTransform&quot;:{&quot;translate&quot;:{&quot;x&quot;:28.45850658568734,&quot;y&quot;:-26.47916249938344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57&quot;}},&quot;5bfd5e82-b281-46b1-8904-fb7f2dcae474&quot;:{&quot;type&quot;:&quot;FIGURE_OBJECT&quot;,&quot;id&quot;:&quot;5bfd5e82-b281-46b1-8904-fb7f2dcae474&quot;,&quot;relativeTransform&quot;:{&quot;translate&quot;:{&quot;x&quot;:28.45850658568734,&quot;y&quot;:-14.725283528641915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56&quot;}},&quot;18db181c-b818-4fe7-a6d7-b5345631346c&quot;:{&quot;type&quot;:&quot;FIGURE_OBJECT&quot;,&quot;id&quot;:&quot;18db181c-b818-4fe7-a6d7-b5345631346c&quot;,&quot;relativeTransform&quot;:{&quot;translate&quot;:{&quot;x&quot;:28.45850658568734,&quot;y&quot;:-2.971362297446267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52, 152, 20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55&quot;}},&quot;ab3c7208-98c5-44aa-855e-139cb216f8e3&quot;:{&quot;type&quot;:&quot;FIGURE_OBJECT&quot;,&quot;id&quot;:&quot;ab3c7208-98c5-44aa-855e-139cb216f8e3&quot;,&quot;relativeTransform&quot;:{&quot;translate&quot;:{&quot;x&quot;:28.45850658568734,&quot;y&quot;:32.29118321454172},&quot;rotate&quot;:-2.687807048071268e-16,&quot;skewX&quot;:-4.712388980384698e-17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12, 112, 15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53&quot;}},&quot;7df7fc17-d2b1-4343-ba44-4f9e2a5d12a1&quot;:{&quot;type&quot;:&quot;FIGURE_OBJECT&quot;,&quot;id&quot;:&quot;7df7fc17-d2b1-4343-ba44-4f9e2a5d12a1&quot;,&quot;relativeTransform&quot;:{&quot;translate&quot;:{&quot;x&quot;:28.45850658568734,&quot;y&quot;:20.53686050903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79, 80, 140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52&quot;}},&quot;f21e4b1d-3e8e-4dec-8a78-740dc2d813ca&quot;:{&quot;type&quot;:&quot;FIGURE_OBJECT&quot;,&quot;id&quot;:&quot;f21e4b1d-3e8e-4dec-8a78-740dc2d813ca&quot;,&quot;relativeTransform&quot;:{&quot;translate&quot;:{&quot;x&quot;:28.45850658568734,&quot;y&quot;:8.716822797384893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51&quot;}},&quot;1e6398d5-e33c-4d35-9333-d6c1cd5746dd&quot;:{&quot;type&quot;:&quot;FIGURE_OBJECT&quot;,&quot;id&quot;:&quot;1e6398d5-e33c-4d35-9333-d6c1cd5746dd&quot;,&quot;relativeTransform&quot;:{&quot;translate&quot;:{&quot;x&quot;:17.600557096959232,&quot;y&quot;:-26.47916249938344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79, 80, 140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5&quot;}},&quot;ac8a1d65-8b30-4755-9eba-f5b78b96b91a&quot;:{&quot;type&quot;:&quot;FIGURE_OBJECT&quot;,&quot;id&quot;:&quot;ac8a1d65-8b30-4755-9eba-f5b78b96b91a&quot;,&quot;relativeTransform&quot;:{&quot;translate&quot;:{&quot;x&quot;:17.600557096959232,&quot;y&quot;:-14.725283528641915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45&quot;}},&quot;165f43a5-3f9a-405d-935a-a2bd04b64853&quot;:{&quot;type&quot;:&quot;FIGURE_OBJECT&quot;,&quot;id&quot;:&quot;165f43a5-3f9a-405d-935a-a2bd04b64853&quot;,&quot;relativeTransform&quot;:{&quot;translate&quot;:{&quot;x&quot;:17.600557096959232,&quot;y&quot;:-2.971362297446267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79, 80, 140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42&quot;}},&quot;de145a87-081f-4e28-840c-8eeca9dd1189&quot;:{&quot;type&quot;:&quot;FIGURE_OBJECT&quot;,&quot;id&quot;:&quot;de145a87-081f-4e28-840c-8eeca9dd1189&quot;,&quot;relativeTransform&quot;:{&quot;translate&quot;:{&quot;x&quot;:17.600557096959236,&quot;y&quot;:32.29118321454172},&quot;rotate&quot;:-2.687807048071268e-16,&quot;skewX&quot;:-4.712388980384698e-17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12, 112, 15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4&quot;}},&quot;1a7a7031-18df-4733-a276-c5701a7d0f9d&quot;:{&quot;type&quot;:&quot;FIGURE_OBJECT&quot;,&quot;id&quot;:&quot;1a7a7031-18df-4733-a276-c5701a7d0f9d&quot;,&quot;relativeTransform&quot;:{&quot;translate&quot;:{&quot;x&quot;:17.600557096959232,&quot;y&quot;:20.53686050903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112, 112, 158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37&quot;}},&quot;46d93f44-72a9-41ed-aca8-a2a9d95bfdcb&quot;:{&quot;type&quot;:&quot;FIGURE_OBJECT&quot;,&quot;id&quot;:&quot;46d93f44-72a9-41ed-aca8-a2a9d95bfdcb&quot;,&quot;relativeTransform&quot;:{&quot;translate&quot;:{&quot;x&quot;:17.600557096959232,&quot;y&quot;:8.716822797384893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35&quot;}},&quot;23ebfb0f-4575-428e-8588-1a31f640f89f&quot;:{&quot;type&quot;:&quot;FIGURE_OBJECT&quot;,&quot;id&quot;:&quot;23ebfb0f-4575-428e-8588-1a31f640f89f&quot;,&quot;relativeTransform&quot;:{&quot;translate&quot;:{&quot;x&quot;:6.661443200255515,&quot;y&quot;:-26.47916249938344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52, 152, 20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32&quot;}},&quot;43b8d543-ceb4-4186-8048-714220a0491e&quot;:{&quot;type&quot;:&quot;FIGURE_OBJECT&quot;,&quot;id&quot;:&quot;43b8d543-ceb4-4186-8048-714220a0491e&quot;,&quot;relativeTransform&quot;:{&quot;translate&quot;:{&quot;x&quot;:6.661443200255515,&quot;y&quot;:-14.725283528641915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112, 112, 158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3&quot;}},&quot;42162ca0-3c20-42e4-8f3b-9a94d852329a&quot;:{&quot;type&quot;:&quot;FIGURE_OBJECT&quot;,&quot;id&quot;:&quot;42162ca0-3c20-42e4-8f3b-9a94d852329a&quot;,&quot;relativeTransform&quot;:{&quot;translate&quot;:{&quot;x&quot;:6.661443200255515,&quot;y&quot;:-2.971362297446267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8&quot;}},&quot;dd503322-ebca-47bd-b55c-66aba8901935&quot;:{&quot;type&quot;:&quot;FIGURE_OBJECT&quot;,&quot;id&quot;:&quot;dd503322-ebca-47bd-b55c-66aba8901935&quot;,&quot;relativeTransform&quot;:{&quot;translate&quot;:{&quot;x&quot;:6.661443200255518,&quot;y&quot;:32.29118321454172},&quot;rotate&quot;:-2.687807048071268e-16,&quot;skewX&quot;:-4.712388980384698e-17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7&quot;}},&quot;0361e205-0826-40fa-975f-9f2ac6708c3b&quot;:{&quot;type&quot;:&quot;FIGURE_OBJECT&quot;,&quot;id&quot;:&quot;0361e205-0826-40fa-975f-9f2ac6708c3b&quot;,&quot;relativeTransform&quot;:{&quot;translate&quot;:{&quot;x&quot;:6.661443200255515,&quot;y&quot;:20.53686050903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79, 80, 140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6&quot;}},&quot;dcc91307-6109-455c-bee1-1a433c800f6a&quot;:{&quot;type&quot;:&quot;FIGURE_OBJECT&quot;,&quot;id&quot;:&quot;dcc91307-6109-455c-bee1-1a433c800f6a&quot;,&quot;relativeTransform&quot;:{&quot;translate&quot;:{&quot;x&quot;:6.661443200255515,&quot;y&quot;:8.716822797384893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5&quot;}},&quot;c3117c0d-3f12-4b70-b807-a8a4034eb45e&quot;:{&quot;type&quot;:&quot;FIGURE_OBJECT&quot;,&quot;id&quot;:&quot;c3117c0d-3f12-4b70-b807-a8a4034eb45e&quot;,&quot;relativeTransform&quot;:{&quot;translate&quot;:{&quot;x&quot;:-4.018273810977848,&quot;y&quot;:-26.47916249938344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3&quot;}},&quot;04565c09-9161-4dee-bad4-b47b3565c121&quot;:{&quot;type&quot;:&quot;FIGURE_OBJECT&quot;,&quot;id&quot;:&quot;04565c09-9161-4dee-bad4-b47b3565c121&quot;,&quot;relativeTransform&quot;:{&quot;translate&quot;:{&quot;x&quot;:-4.018273810977848,&quot;y&quot;:-14.725283528641915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2&quot;}},&quot;60988527-0087-4346-b277-7512b0aed01d&quot;:{&quot;type&quot;:&quot;FIGURE_OBJECT&quot;,&quot;id&quot;:&quot;60988527-0087-4346-b277-7512b0aed01d&quot;,&quot;relativeTransform&quot;:{&quot;translate&quot;:{&quot;x&quot;:-4.018273810977848,&quot;y&quot;:-2.971362297446267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1&quot;}},&quot;16e87505-2d70-41c8-bb7c-c86f08ea57e9&quot;:{&quot;type&quot;:&quot;FIGURE_OBJECT&quot;,&quot;id&quot;:&quot;16e87505-2d70-41c8-bb7c-c86f08ea57e9&quot;,&quot;relativeTransform&quot;:{&quot;translate&quot;:{&quot;x&quot;:-4.0182738109778455,&quot;y&quot;:32.29118321454172},&quot;rotate&quot;:-2.687807048071268e-16,&quot;skewX&quot;:-4.712388980384698e-17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79, 80, 140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&quot;}},&quot;13b59135-0ad6-4d6e-99bc-7aeb06446e1e&quot;:{&quot;type&quot;:&quot;FIGURE_OBJECT&quot;,&quot;id&quot;:&quot;13b59135-0ad6-4d6e-99bc-7aeb06446e1e&quot;,&quot;relativeTransform&quot;:{&quot;translate&quot;:{&quot;x&quot;:-4.201850679042062,&quot;y&quot;:20.26419039647803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79, 80, 140, 1)&quot;},{&quot;type&quot;:&quot;STROKE&quot;,&quot;strokeStyle&quot;:&quot;rgba(0,0,0,0)&quot;,&quot;lineWidth&quot;:0,&quot;lineJoin&quot;:&quot;round&quot;}],&quot;isLocked&quot;:false,&quot;parent&quot;:{&quot;type&quot;:&quot;CHILD&quot;,&quot;parentId&quot;:&quot;cc4fd439-ec72-4598-9791-bef4fca9c6b0&quot;,&quot;order&quot;:&quot;17&quot;}},&quot;919137ba-35c6-4989-934b-f9c1bd80dddb&quot;:{&quot;type&quot;:&quot;FIGURE_OBJECT&quot;,&quot;id&quot;:&quot;919137ba-35c6-4989-934b-f9c1bd80dddb&quot;,&quot;relativeTransform&quot;:{&quot;translate&quot;:{&quot;x&quot;:-4.313596968367324,&quot;y&quot;:8.716822797384893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rgba(0,0,0,0)&quot;,&quot;lineWidth&quot;:0,&quot;lineJoin&quot;:&quot;round&quot;}],&quot;isLocked&quot;:false,&quot;parent&quot;:{&quot;type&quot;:&quot;CHILD&quot;,&quot;parentId&quot;:&quot;cc4fd439-ec72-4598-9791-bef4fca9c6b0&quot;,&quot;order&quot;:&quot;16&quot;}},&quot;cdb6c678-e715-491b-9858-c19a076760c7&quot;:{&quot;type&quot;:&quot;FIGURE_OBJECT&quot;,&quot;id&quot;:&quot;cdb6c678-e715-491b-9858-c19a076760c7&quot;,&quot;relativeTransform&quot;:{&quot;translate&quot;:{&quot;x&quot;:-14.892632456604135,&quot;y&quot;:-26.47916249938344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112, 112, 158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15&quot;}},&quot;fef867a4-b20c-4d31-9247-3a62a4acde03&quot;:{&quot;type&quot;:&quot;FIGURE_OBJECT&quot;,&quot;id&quot;:&quot;fef867a4-b20c-4d31-9247-3a62a4acde03&quot;,&quot;relativeTransform&quot;:{&quot;translate&quot;:{&quot;x&quot;:-14.892632456604135,&quot;y&quot;:-14.725283528641915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112, 112, 158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13&quot;}},&quot;ca991b83-8fbf-4a1f-a651-080a6e62563c&quot;:{&quot;type&quot;:&quot;FIGURE_OBJECT&quot;,&quot;id&quot;:&quot;ca991b83-8fbf-4a1f-a651-080a6e62563c&quot;,&quot;relativeTransform&quot;:{&quot;translate&quot;:{&quot;x&quot;:-14.892632456604135,&quot;y&quot;:-2.971362297446267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112, 112, 158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12&quot;}},&quot;c078c094-96a9-4dfd-8ba2-eb29e6109bca&quot;:{&quot;type&quot;:&quot;FIGURE_OBJECT&quot;,&quot;id&quot;:&quot;c078c094-96a9-4dfd-8ba2-eb29e6109bca&quot;,&quot;relativeTransform&quot;:{&quot;translate&quot;:{&quot;x&quot;:-15.09363474377264,&quot;y&quot;:8.516032538635876},&quot;rotate&quot;:-2.687807048071268e-16,&quot;skewX&quot;:-4.712388980384698e-17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79, 80, 140, 1)&quot;},{&quot;type&quot;:&quot;STROKE&quot;,&quot;strokeStyle&quot;:&quot;rgba(0,0,0,0)&quot;,&quot;lineWidth&quot;:0,&quot;lineJoin&quot;:&quot;round&quot;}],&quot;isLocked&quot;:false,&quot;parent&quot;:{&quot;type&quot;:&quot;CHILD&quot;,&quot;parentId&quot;:&quot;cc4fd439-ec72-4598-9791-bef4fca9c6b0&quot;,&quot;order&quot;:&quot;11&quot;}},&quot;c7e7d410-87ce-464b-b947-1c19ab5c73c4&quot;:{&quot;type&quot;:&quot;FIGURE_OBJECT&quot;,&quot;id&quot;:&quot;c7e7d410-87ce-464b-b947-1c19ab5c73c4&quot;,&quot;relativeTransform&quot;:{&quot;translate&quot;:{&quot;x&quot;:-14.89263245660413,&quot;y&quot;:20.264212418014697},&quot;rotate&quot;:-2.687807048071268e-16,&quot;skewX&quot;:-4.712388980384698e-17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1&quot;}},&quot;6496c333-30ef-4f44-8fda-2182e8477f6f&quot;:{&quot;type&quot;:&quot;FIGURE_OBJECT&quot;,&quot;id&quot;:&quot;6496c333-30ef-4f44-8fda-2182e8477f6f&quot;,&quot;relativeTransform&quot;:{&quot;translate&quot;:{&quot;x&quot;:-14.892632456604135,&quot;y&quot;:32.2911832145417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52, 152, 20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08&quot;}},&quot;e0ee98ba-6c27-4a51-9d81-b65a49b11167&quot;:{&quot;type&quot;:&quot;FIGURE_OBJECT&quot;,&quot;id&quot;:&quot;e0ee98ba-6c27-4a51-9d81-b65a49b11167&quot;,&quot;relativeTransform&quot;:{&quot;translate&quot;:{&quot;x&quot;:-25.766654105327465,&quot;y&quot;:-26.47916249938344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07&quot;}},&quot;c670ca7c-8194-41ee-af4b-0a98a36b61fa&quot;:{&quot;type&quot;:&quot;FIGURE_OBJECT&quot;,&quot;id&quot;:&quot;c670ca7c-8194-41ee-af4b-0a98a36b61fa&quot;,&quot;relativeTransform&quot;:{&quot;translate&quot;:{&quot;x&quot;:-25.766654105327465,&quot;y&quot;:-14.725283528641915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06&quot;}},&quot;fae983dd-f08f-402b-86b9-4cdecb922aae&quot;:{&quot;type&quot;:&quot;FIGURE_OBJECT&quot;,&quot;id&quot;:&quot;fae983dd-f08f-402b-86b9-4cdecb922aae&quot;,&quot;relativeTransform&quot;:{&quot;translate&quot;:{&quot;x&quot;:-25.766654105327465,&quot;y&quot;:-2.971362297446267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112, 112, 158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05&quot;}},&quot;465df928-44d7-4cba-b243-a4988f4e504e&quot;:{&quot;type&quot;:&quot;FIGURE_OBJECT&quot;,&quot;id&quot;:&quot;465df928-44d7-4cba-b243-a4988f4e504e&quot;,&quot;relativeTransform&quot;:{&quot;translate&quot;:{&quot;x&quot;:-25.766654105327465,&quot;y&quot;:32.29118321454172},&quot;rotate&quot;:-2.687807048071268e-16,&quot;skewX&quot;:-4.712388980384698e-17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03&quot;}},&quot;79994f46-927f-4fb5-a15e-53a0d05e40e5&quot;:{&quot;type&quot;:&quot;FIGURE_OBJECT&quot;,&quot;id&quot;:&quot;79994f46-927f-4fb5-a15e-53a0d05e40e5&quot;,&quot;relativeTransform&quot;:{&quot;translate&quot;:{&quot;x&quot;:-25.766654105327465,&quot;y&quot;:20.53686050903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52, 152, 20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02&quot;}},&quot;c09c3c65-bc4d-4b1b-917f-8076646664d8&quot;:{&quot;type&quot;:&quot;FIGURE_OBJECT&quot;,&quot;id&quot;:&quot;c09c3c65-bc4d-4b1b-917f-8076646664d8&quot;,&quot;relativeTransform&quot;:{&quot;translate&quot;:{&quot;x&quot;:-25.766654105327465,&quot;y&quot;:8.716822797384893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01&quot;}},&quot;9e55155d-4cba-4053-85b5-0479210a0ffe&quot;:{&quot;type&quot;:&quot;FIGURE_OBJECT&quot;,&quot;id&quot;:&quot;9e55155d-4cba-4053-85b5-0479210a0ffe&quot;,&quot;relativeTransform&quot;:{&quot;translate&quot;:{&quot;x&quot;:0,&quot;y&quot;:-6.994803554005956},&quot;rotate&quot;:0},&quot;opacity&quot;:1,&quot;path&quot;:{&quot;type&quot;:&quot;POLY_LINE&quot;,&quot;points&quot;:[{&quot;x&quot;:-22.738603394168777,&quot;y&quot;:-22.43309516425953},{&quot;x&quot;:-38.90304400537898,&quot;y&quot;:-22.43309516425953},{&quot;x&quot;:-38.90304400537898,&quot;y&quot;:70.75333462151241}],&quot;closed&quot;:false,&quot;cornerRounding&quot;:{&quot;type&quot;:&quot;ARC_LENGTH&quot;,&quot;global&quot;:6.842946080447349}},&quot;pathStyles&quot;:[{&quot;type&quot;:&quot;FILL&quot;,&quot;fillStyle&quot;:&quot;rgba(0,0,0,0)&quot;},{&quot;type&quot;:&quot;STROKE&quot;,&quot;strokeStyle&quot;:&quot;#232323&quot;,&quot;lineWidth&quot;:0.6534532164087038,&quot;lineJoin&quot;:&quot;round&quot;}],&quot;pathMarkers&quot;:{&quot;markerEnd&quot;:{&quot;type&quot;:&quot;PATH&quot;,&quot;units&quot;:{&quot;type&quot;:&quot;STROKE_WIDTH&quot;,&quot;scale&quot;:1.4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40d6fd7-2797-49c7-86a2-b62aa3a4508a&quot;,&quot;order&quot;:&quot;999999999&quot;},&quot;connectorInfo&quot;:{&quot;connectedObjects&quot;:[],&quot;type&quot;:&quot;ELBOW&quot;,&quot;offset&quot;:{&quot;x&quot;:0,&quot;y&quot;:0},&quot;bending&quot;:-0.1,&quot;firstElementIsHead&quot;:false,&quot;customized&quot;:false}},&quot;3bbb0e6a-a9d0-43c3-a63c-8943daefbd06&quot;:{&quot;id&quot;:&quot;3bbb0e6a-a9d0-43c3-a63c-8943daefbd06&quot;,&quot;type&quot;:&quot;FIGURE_OBJECT&quot;,&quot;relativeTransform&quot;:{&quot;translate&quot;:{&quot;x&quot;:10.450486134594257,&quot;y&quot;:-30.93306524652795},&quot;rotate&quot;:0},&quot;text&quot;:{&quot;textData&quot;:{&quot;lineSpacing&quot;:&quot;normal&quot;,&quot;alignment&quot;:&quot;right&quot;,&quot;lines&quot;:[{&quot;runs&quot;:[{&quot;style&quot;:{&quot;fontFamily&quot;:&quot;Roboto&quot;,&quot;fontSize&quot;:8.131862248641646,&quot;color&quot;:&quot;black&quot;,&quot;fontWeight&quot;:&quot;normal&quot;,&quot;fontStyle&quot;:&quot;normal&quot;,&quot;decoration&quot;:&quot;none&quot;,&quot;script&quot;:&quot;none&quot;},&quot;range&quot;:[0,5]}],&quot;text&quot;:&quot;Sample&quot;,&quot;baseStyle&quot;:{&quot;fontFamily&quot;:&quot;Roboto&quot;,&quot;fontSize&quot;:8.13186224864164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27.218708844940664,&quot;y&quot;:10.019615984933457},&quot;targetSize&quot;:{&quot;x&quot;:27.218708844940664,&quot;y&quot;:10.019615984933457},&quot;verticalAlign&quot;:&quot;TOP&quot;},&quot;parent&quot;:{&quot;type&quot;:&quot;CHILD&quot;,&quot;parentId&quot;:&quot;340d6fd7-2797-49c7-86a2-b62aa3a4508a&quot;,&quot;order&quot;:&quot;999999998&quot;}},&quot;c4d791ef-86c4-42dd-8f8e-e4024d88ba0c&quot;:{&quot;id&quot;:&quot;c4d791ef-86c4-42dd-8f8e-e4024d88ba0c&quot;,&quot;type&quot;:&quot;FIGURE_OBJECT&quot;,&quot;relativeTransform&quot;:{&quot;translate&quot;:{&quot;x&quot;:138.94265865692424,&quot;y&quot;:-25.558620863692457},&quot;rotate&quot;:0},&quot;text&quot;:{&quot;textData&quot;:{&quot;lineSpacing&quot;:&quot;normal&quot;,&quot;alignment&quot;:&quot;center&quot;,&quot;lines&quot;:[{&quot;runs&quot;:[{&quot;style&quot;:{&quot;fontFamily&quot;:&quot;Roboto&quot;,&quot;fontSize&quot;:8.131862248641646,&quot;color&quot;:&quot;black&quot;,&quot;fontWeight&quot;:&quot;normal&quot;,&quot;fontStyle&quot;:&quot;normal&quot;,&quot;decoration&quot;:&quot;none&quot;,&quot;script&quot;:&quot;none&quot;},&quot;range&quot;:[0,83]}],&quot;text&quot;:&quot;~230 metabolites in central carbon metabolism representing major metabolic pathways &quot;,&quot;baseStyle&quot;:{&quot;fontFamily&quot;:&quot;Roboto&quot;,&quot;fontSize&quot;:8.13186224864164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97.37986083915655,&quot;y&quot;:46.77563334879369},&quot;targetSize&quot;:{&quot;x&quot;:97.37986083915655,&quot;y&quot;:46.77563334879369},&quot;verticalAlign&quot;:&quot;TOP&quot;},&quot;parent&quot;:{&quot;type&quot;:&quot;CHILD&quot;,&quot;parentId&quot;:&quot;340d6fd7-2797-49c7-86a2-b62aa3a4508a&quot;,&quot;order&quot;:&quot;999999995&quot;}},&quot;b866d3b5-3ad0-40cf-9c46-d5f77bbc9027&quot;:{&quot;type&quot;:&quot;FIGURE_OBJECT&quot;,&quot;id&quot;:&quot;b866d3b5-3ad0-40cf-9c46-d5f77bbc9027&quot;,&quot;relativeTransform&quot;:{&quot;translate&quot;:{&quot;x&quot;:69.41189863407094,&quot;y&quot;:37.983138961937144},&quot;rotate&quot;:0},&quot;opacity&quot;:1,&quot;path&quot;:{&quot;type&quot;:&quot;POLY_LINE&quot;,&quot;points&quot;:[{&quot;x&quot;:0,&quot;y&quot;:-90.87453069702732},{&quot;x&quot;:0,&quot;y&quot;:90.87453069702732}],&quot;closed&quot;:false},&quot;pathStyles&quot;:[{&quot;type&quot;:&quot;FILL&quot;,&quot;fillStyle&quot;:&quot;rgba(0,0,0,0)&quot;},{&quot;type&quot;:&quot;STROKE&quot;,&quot;strokeStyle&quot;:&quot;rgba(234,234,234,1)&quot;,&quot;lineWidth&quot;:0.8712709552116049,&quot;lineJoin&quot;:&quot;round&quot;,&quot;dashArray&quot;:[6]}],&quot;isLocked&quot;:false,&quot;parent&quot;:{&quot;type&quot;:&quot;CHILD&quot;,&quot;parentId&quot;:&quot;340d6fd7-2797-49c7-86a2-b62aa3a4508a&quot;,&quot;order&quot;:&quot;99999999&quot;},&quot;connectorInfo&quot;:{&quot;connectedObjects&quot;:[],&quot;type&quot;:&quot;LINE&quot;,&quot;offset&quot;:{&quot;x&quot;:0,&quot;y&quot;:0},&quot;bending&quot;:0.1,&quot;firstElementIsHead&quot;:true,&quot;customized&quot;:false}},&quot;82491688-611c-4da7-80a0-e8137dc552e1&quot;:{&quot;type&quot;:&quot;FIGURE_OBJECT&quot;,&quot;id&quot;:&quot;82491688-611c-4da7-80a0-e8137dc552e1&quot;,&quot;relativeTransform&quot;:{&quot;translate&quot;:{&quot;x&quot;:-69.29270505373293,&quot;y&quot;:37.98305620248533},&quot;rotate&quot;:0},&quot;opacity&quot;:1,&quot;path&quot;:{&quot;type&quot;:&quot;POLY_LINE&quot;,&quot;points&quot;:[{&quot;x&quot;:0,&quot;y&quot;:-90.87453069702732},{&quot;x&quot;:0,&quot;y&quot;:90.87453069702732}],&quot;closed&quot;:false},&quot;pathStyles&quot;:[{&quot;type&quot;:&quot;FILL&quot;,&quot;fillStyle&quot;:&quot;rgba(0,0,0,0)&quot;},{&quot;type&quot;:&quot;STROKE&quot;,&quot;strokeStyle&quot;:&quot;rgba(234,234,234,1)&quot;,&quot;lineWidth&quot;:0.8712709552116049,&quot;lineJoin&quot;:&quot;round&quot;,&quot;dashArray&quot;:[6]}],&quot;isLocked&quot;:false,&quot;parent&quot;:{&quot;type&quot;:&quot;CHILD&quot;,&quot;parentId&quot;:&quot;340d6fd7-2797-49c7-86a2-b62aa3a4508a&quot;,&quot;order&quot;:&quot;99999998&quot;},&quot;connectorInfo&quot;:{&quot;connectedObjects&quot;:[],&quot;type&quot;:&quot;LINE&quot;,&quot;offset&quot;:{&quot;x&quot;:0,&quot;y&quot;:0},&quot;bending&quot;:0.1,&quot;firstElementIsHead&quot;:true,&quot;customized&quot;:false}},&quot;6a0daefc-6979-40e9-9cbc-cf1edbce3e64&quot;:{&quot;id&quot;:&quot;6a0daefc-6979-40e9-9cbc-cf1edbce3e64&quot;,&quot;type&quot;:&quot;FIGURE_OBJECT&quot;,&quot;relativeTransform&quot;:{&quot;translate&quot;:{&quot;x&quot;:-0.0001956525069407951,&quot;y&quot;:-122.07083527024129},&quot;rotate&quot;:-2.4492935982947064e-16},&quot;text&quot;:{&quot;textData&quot;:{&quot;lineSpacing&quot;:&quot;normal&quot;,&quot;alignment&quot;:&quot;center&quot;,&quot;lines&quot;:[{&quot;runs&quot;:[{&quot;style&quot;:{&quot;fontFamily&quot;:&quot;Roboto&quot;,&quot;fontSize&quot;:15.102029890334483,&quot;color&quot;:&quot;black&quot;,&quot;fontWeight&quot;:&quot;bold&quot;,&quot;fontStyle&quot;:&quot;normal&quot;,&quot;decoration&quot;:&quot;none&quot;,&quot;script&quot;:&quot;none&quot;},&quot;range&quot;:[0,20]}],&quot;text&quot;:&quot;Snapshot Metabolomics&quot;,&quot;baseStyle&quot;:{&quot;fontFamily&quot;:&quot;Roboto&quot;,&quot;fontSize&quot;:15.102029890334483,&quot;color&quot;:&quot;black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173.5709971358271,&quot;y&quot;:18.296690059443698},&quot;targetSize&quot;:{&quot;x&quot;:173.5709971358271,&quot;y&quot;:18.296690059443698},&quot;verticalAlign&quot;:&quot;TOP&quot;},&quot;parent&quot;:{&quot;type&quot;:&quot;CHILD&quot;,&quot;parentId&quot;:&quot;340d6fd7-2797-49c7-86a2-b62aa3a4508a&quot;,&quot;order&quot;:&quot;99999997&quot;}},&quot;8d4c4c52-fef9-4d1b-9ff7-65eb291995cf&quot;:{&quot;type&quot;:&quot;FIGURE_OBJECT&quot;,&quot;id&quot;:&quot;8d4c4c52-fef9-4d1b-9ff7-65eb291995cf&quot;,&quot;name&quot;:&quot;HPLC (1290 Infinity II)&quot;,&quot;relativeTransform&quot;:{&quot;translate&quot;:{&quot;x&quot;:-41.39562755709813,&quot;y&quot;:92.46287599598688},&quot;rotate&quot;:6.283185307179586,&quot;skewX&quot;:1.1613176806926661e-31,&quot;scale&quot;:{&quot;x&quot;:-0.16289386017214313,&quot;y&quot;:0.16289386017214316}},&quot;opacity&quot;:1,&quot;image&quot;:{&quot;url&quot;:&quot;https://icons.biorender.com/biorender/5d51756e7164530004924320/20190812143208/image/hplc-1290-infinity-ii.png&quot;,&quot;fallbackUrl&quot;:&quot;https://res.cloudinary.com/dlcjuc3ej/image/upload/v1565620328/foh8mkja83r8aoikhytf.svg#/keystone/api/icons/5d51756e7164530004924320/20190812143208/image/hplc-1290-infinity-ii.svg&quot;,&quot;size&quot;:{&quot;x&quot;:161,&quot;y&quot;:319},&quot;isPremium&quot;:false,&quot;isPacked&quot;:true},&quot;source&quot;:{&quot;id&quot;:&quot;5d51756e7164530004924320&quot;,&quot;type&quot;:&quot;ASSETS&quot;},&quot;pathStyles&quot;:[{&quot;type&quot;:&quot;FILL&quot;,&quot;fillStyle&quot;:&quot;rgb(0,0,0)&quot;}],&quot;isLocked&quot;:false,&quot;parent&quot;:{&quot;type&quot;:&quot;CHILD&quot;,&quot;parentId&quot;:&quot;340d6fd7-2797-49c7-86a2-b62aa3a4508a&quot;,&quot;order&quot;:&quot;996&quot;}},&quot;2469101d-0449-4ee5-b9ff-e79fb329ed3d&quot;:{&quot;type&quot;:&quot;FIGURE_OBJECT&quot;,&quot;id&quot;:&quot;2469101d-0449-4ee5-b9ff-e79fb329ed3d&quot;,&quot;name&quot;:&quot;Mass spectrometer orbitrap fusion tribrid&quot;,&quot;relativeTransform&quot;:{&quot;translate&quot;:{&quot;x&quot;:-0.06995839874806477,&quot;y&quot;:98.40355065557308},&quot;rotate&quot;:0,&quot;skewX&quot;:0,&quot;scale&quot;:{&quot;x&quot;:0.15232406247569738,&quot;y&quot;:0.1523240624756974}},&quot;opacity&quot;:1,&quot;image&quot;:{&quot;url&quot;:&quot;https://icons.biorender.com/biorender/5d5b05b2fb0c9700047f8817/20190819204117/image/mass_spectrometer_orbitrap_fusion_tribrid.png&quot;,&quot;fallbackUrl&quot;:&quot;https://res.cloudinary.com/dlcjuc3ej/image/upload/v1566247277/mreg4vqne2olx5kfdkvi.svg#/keystone/api/icons/5d5b05b2fb0c9700047f8817/20190819204117/image/mass_spectrometer_orbitrap_fusion_tribrid.svg&quot;,&quot;size&quot;:{&quot;x&quot;:371,&quot;y&quot;:261},&quot;isPremium&quot;:false,&quot;isPacked&quot;:true},&quot;source&quot;:{&quot;id&quot;:&quot;5d5b05b2fb0c9700047f8817&quot;,&quot;type&quot;:&quot;ASSETS&quot;},&quot;pathStyles&quot;:[{&quot;type&quot;:&quot;FILL&quot;,&quot;fillStyle&quot;:&quot;rgb(0,0,0)&quot;}],&quot;isLocked&quot;:false,&quot;parent&quot;:{&quot;type&quot;:&quot;CHILD&quot;,&quot;parentId&quot;:&quot;340d6fd7-2797-49c7-86a2-b62aa3a4508a&quot;,&quot;order&quot;:&quot;9952&quot;}},&quot;576ad0ca-1046-4cda-b9dd-74fa952fa10d&quot;:{&quot;type&quot;:&quot;FIGURE_OBJECT&quot;,&quot;id&quot;:&quot;576ad0ca-1046-4cda-b9dd-74fa952fa10d&quot;,&quot;relativeTransform&quot;:{&quot;translate&quot;:{&quot;x&quot;:107.59264298973027,&quot;y&quot;:-81.96673162103193},&quot;rotate&quot;:0},&quot;layout&quot;:{&quot;sizeRatio&quot;:{&quot;x&quot;:0.88,&quot;y&quot;:0.88},&quot;keepAspectRatio&quot;:true},&quot;opacity&quot;:1,&quot;path&quot;:{&quot;type&quot;:&quot;ELLIPSE&quot;,&quot;size&quot;:{&quot;x&quot;:13.107337648331365,&quot;y&quot;:13.107337648331365}},&quot;pathStyles&quot;:[{&quot;type&quot;:&quot;FILL&quot;,&quot;fillStyle&quot;:&quot;rgba(255,255,255,1)&quot;},{&quot;type&quot;:&quot;STROKE&quot;,&quot;strokeStyle&quot;:&quot;rgba(23,23,23,1)&quot;,&quot;lineWidth&quot;:0.5875156807236549,&quot;lineJoin&quot;:&quot;round&quot;}],&quot;isLocked&quot;:false,&quot;parent&quot;:{&quot;type&quot;:&quot;CHILD&quot;,&quot;parentId&quot;:&quot;340d6fd7-2797-49c7-86a2-b62aa3a4508a&quot;,&quot;order&quot;:&quot;995&quot;}},&quot;55105add-7bd4-4eac-b96f-1be481327632&quot;:{&quot;type&quot;:&quot;FIGURE_OBJECT&quot;,&quot;id&quot;:&quot;55105add-7bd4-4eac-b96f-1be48132763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29355685559045,&quot;color&quot;:&quot;rgb(0,0,0)&quot;,&quot;fontWeight&quot;:&quot;bold&quot;,&quot;fontStyle&quot;:&quot;normal&quot;,&quot;decoration&quot;:&quot;none&quot;,&quot;script&quot;:&quot;none&quot;},&quot;range&quot;:[0,0]}],&quot;text&quot;:&quot;3&quot;,&quot;baseStyle&quot;:{&quot;fontFamily&quot;:&quot;Roboto&quot;,&quot;fontSize&quot;:9.29355685559045,&quot;color&quot;:&quot;rgb(0,0,0)&quot;,&quot;fontWeight&quot;:&quot;bold&quot;,&quot;fontStyle&quot;:&quot;normal&quot;,&quot;decoration&quot;:&quot;none&quot;,&quot;script&quot;:&quot;none&quot;}}],&quot;verticalAlign&quot;:&quot;TOP&quot;},&quot;size&quot;:{&quot;x&quot;:11.534457130531603,&quot;y&quot;:10.890886940145062},&quot;targetSize&quot;:{&quot;x&quot;:11.534457130531603,&quot;y&quot;:2},&quot;format&quot;:&quot;BETTER_TEXT&quot;,&quot;verticalAlign&quot;:&quot;TOP&quot;},&quot;parent&quot;:{&quot;type&quot;:&quot;CHILD&quot;,&quot;parentId&quot;:&quot;576ad0ca-1046-4cda-b9dd-74fa952fa10d&quot;,&quot;order&quot;:&quot;5&quot;}},&quot;bf7f7a01-6468-42ac-82d2-d29967f2e1db&quot;:{&quot;type&quot;:&quot;FIGURE_OBJECT&quot;,&quot;id&quot;:&quot;bf7f7a01-6468-42ac-82d2-d29967f2e1db&quot;,&quot;relativeTransform&quot;:{&quot;translate&quot;:{&quot;x&quot;:147.93301453163346,&quot;y&quot;:-81.9667316210319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9.29355685559045,&quot;color&quot;:&quot;#232323&quot;,&quot;fontWeight&quot;:&quot;bold&quot;,&quot;fontStyle&quot;:&quot;normal&quot;,&quot;decoration&quot;:&quot;none&quot;,&quot;script&quot;:&quot;none&quot;},&quot;range&quot;:[0,12]}],&quot;text&quot;:&quot;Data analysis&quot;,&quot;baseStyle&quot;:{&quot;fontFamily&quot;:&quot;Roboto&quot;,&quot;fontSize&quot;:9.29355685559045,&quot;color&quot;:&quot;#232323&quot;,&quot;fontWeight&quot;:&quot;bold&quot;,&quot;fontStyle&quot;:&quot;normal&quot;,&quot;decoration&quot;:&quot;none&quot;,&quot;script&quot;:&quot;none&quot;}}],&quot;verticalAlign&quot;:&quot;TOP&quot;},&quot;size&quot;:{&quot;x&quot;:58.41386504146419,&quot;y&quot;:10.890886940145062},&quot;targetSize&quot;:{&quot;x&quot;:58.41386504146419,&quot;y&quot;:10.890886940145062},&quot;format&quot;:&quot;BETTER_TEXT&quot;,&quot;verticalAlign&quot;:&quot;TOP&quot;},&quot;isLocked&quot;:false,&quot;parent&quot;:{&quot;type&quot;:&quot;CHILD&quot;,&quot;parentId&quot;:&quot;340d6fd7-2797-49c7-86a2-b62aa3a4508a&quot;,&quot;order&quot;:&quot;992&quot;}},&quot;5e2af07e-6745-44c6-ad5c-0050c5a23b10&quot;:{&quot;type&quot;:&quot;FIGURE_OBJECT&quot;,&quot;id&quot;:&quot;5e2af07e-6745-44c6-ad5c-0050c5a23b10&quot;,&quot;relativeTransform&quot;:{&quot;translate&quot;:{&quot;x&quot;:-25.166499356560113,&quot;y&quot;:-81.96673162103193},&quot;rotate&quot;:0},&quot;layout&quot;:{&quot;sizeRatio&quot;:{&quot;x&quot;:0.88,&quot;y&quot;:0.88},&quot;keepAspectRatio&quot;:true},&quot;opacity&quot;:1,&quot;path&quot;:{&quot;type&quot;:&quot;ELLIPSE&quot;,&quot;size&quot;:{&quot;x&quot;:13.107337648331365,&quot;y&quot;:13.107337648331365}},&quot;pathStyles&quot;:[{&quot;type&quot;:&quot;FILL&quot;,&quot;fillStyle&quot;:&quot;rgba(255,255,255,1)&quot;},{&quot;type&quot;:&quot;STROKE&quot;,&quot;strokeStyle&quot;:&quot;rgba(23,23,23,1)&quot;,&quot;lineWidth&quot;:0.5875156807236549,&quot;lineJoin&quot;:&quot;round&quot;}],&quot;isLocked&quot;:false,&quot;parent&quot;:{&quot;type&quot;:&quot;CHILD&quot;,&quot;parentId&quot;:&quot;340d6fd7-2797-49c7-86a2-b62aa3a4508a&quot;,&quot;order&quot;:&quot;6&quot;}},&quot;8ab858d2-a0ad-441c-a8dc-5854d77dcb71&quot;:{&quot;type&quot;:&quot;FIGURE_OBJECT&quot;,&quot;id&quot;:&quot;8ab858d2-a0ad-441c-a8dc-5854d77dcb7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29355685559045,&quot;color&quot;:&quot;rgb(0,0,0)&quot;,&quot;fontWeight&quot;:&quot;bold&quot;,&quot;fontStyle&quot;:&quot;normal&quot;,&quot;decoration&quot;:&quot;none&quot;,&quot;script&quot;:&quot;none&quot;},&quot;range&quot;:[0,0]}],&quot;text&quot;:&quot;2&quot;,&quot;baseStyle&quot;:{&quot;fontFamily&quot;:&quot;Roboto&quot;,&quot;fontSize&quot;:9.29355685559045,&quot;color&quot;:&quot;rgb(0,0,0)&quot;,&quot;fontWeight&quot;:&quot;bold&quot;,&quot;fontStyle&quot;:&quot;normal&quot;,&quot;decoration&quot;:&quot;none&quot;,&quot;script&quot;:&quot;none&quot;}}],&quot;verticalAlign&quot;:&quot;TOP&quot;},&quot;size&quot;:{&quot;x&quot;:11.534457130531603,&quot;y&quot;:10.890886940145062},&quot;targetSize&quot;:{&quot;x&quot;:11.534457130531603,&quot;y&quot;:2},&quot;format&quot;:&quot;BETTER_TEXT&quot;,&quot;verticalAlign&quot;:&quot;TOP&quot;},&quot;parent&quot;:{&quot;type&quot;:&quot;CHILD&quot;,&quot;parentId&quot;:&quot;5e2af07e-6745-44c6-ad5c-0050c5a23b10&quot;,&quot;order&quot;:&quot;5&quot;}},&quot;8e087fac-463e-4847-aa13-6da12071a36b&quot;:{&quot;type&quot;:&quot;FIGURE_OBJECT&quot;,&quot;id&quot;:&quot;8e087fac-463e-4847-aa13-6da12071a36b&quot;,&quot;relativeTransform&quot;:{&quot;translate&quot;:{&quot;x&quot;:8.84335827016146,&quot;y&quot;:-81.9667316210319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9.29355685559045,&quot;color&quot;:&quot;#232323&quot;,&quot;fontWeight&quot;:&quot;bold&quot;,&quot;fontStyle&quot;:&quot;normal&quot;,&quot;decoration&quot;:&quot;none&quot;,&quot;script&quot;:&quot;none&quot;},&quot;range&quot;:[0,7]}],&quot;text&quot;:&quot;LC-MS/MS&quot;,&quot;baseStyle&quot;:{&quot;fontFamily&quot;:&quot;Roboto&quot;,&quot;fontSize&quot;:9.29355685559045,&quot;color&quot;:&quot;#232323&quot;,&quot;fontWeight&quot;:&quot;bold&quot;,&quot;fontStyle&quot;:&quot;normal&quot;,&quot;decoration&quot;:&quot;none&quot;,&quot;script&quot;:&quot;none&quot;}}],&quot;verticalAlign&quot;:&quot;TOP&quot;},&quot;size&quot;:{&quot;x&quot;:45.75283721110092,&quot;y&quot;:10.890886940145062},&quot;targetSize&quot;:{&quot;x&quot;:45.75283721110092,&quot;y&quot;:10.890886940145062},&quot;format&quot;:&quot;BETTER_TEXT&quot;,&quot;verticalAlign&quot;:&quot;TOP&quot;},&quot;isLocked&quot;:false,&quot;parent&quot;:{&quot;type&quot;:&quot;CHILD&quot;,&quot;parentId&quot;:&quot;340d6fd7-2797-49c7-86a2-b62aa3a4508a&quot;,&quot;order&quot;:&quot;5&quot;}},&quot;3080bb03-96fd-454b-a4e9-b27740c4ecc6&quot;:{&quot;type&quot;:&quot;FIGURE_OBJECT&quot;,&quot;id&quot;:&quot;3080bb03-96fd-454b-a4e9-b27740c4ecc6&quot;,&quot;relativeTransform&quot;:{&quot;translate&quot;:{&quot;x&quot;:139.16915932526075,&quot;y&quot;:-81.96673162103193},&quot;rotate&quot;:0},&quot;opacity&quot;:1,&quot;path&quot;:{&quot;type&quot;:&quot;RECT&quot;,&quot;size&quot;:{&quot;x&quot;:138.64319561293007,&quot;y&quot;:34.45267697774352},&quot;cornerRounding&quot;:{&quot;type&quot;:&quot;ARC_LENGTH&quot;,&quot;global&quot;:0}},&quot;pathStyles&quot;:[{&quot;type&quot;:&quot;FILL&quot;,&quot;fillStyle&quot;:&quot;rgb(237, 224, 251)&quot;},{&quot;type&quot;:&quot;STROKE&quot;,&quot;strokeStyle&quot;:&quot;rgba(214, 193, 232, 1)&quot;,&quot;lineWidth&quot;:0,&quot;lineJoin&quot;:&quot;round&quot;}],&quot;isLocked&quot;:false,&quot;parent&quot;:{&quot;type&quot;:&quot;CHILD&quot;,&quot;parentId&quot;:&quot;340d6fd7-2797-49c7-86a2-b62aa3a4508a&quot;,&quot;order&quot;:&quot;01&quot;}},&quot;031a9828-d814-400e-ae08-de326784adb8&quot;:{&quot;type&quot;:&quot;FIGURE_OBJECT&quot;,&quot;id&quot;:&quot;031a9828-d814-400e-ae08-de326784adb8&quot;,&quot;relativeTransform&quot;:{&quot;translate&quot;:{&quot;x&quot;:0.13813796621692284,&quot;y&quot;:-81.96673162103193},&quot;rotate&quot;:0},&quot;opacity&quot;:1,&quot;path&quot;:{&quot;type&quot;:&quot;RECT&quot;,&quot;size&quot;:{&quot;x&quot;:139.73290703911698,&quot;y&quot;:34.45267697774352},&quot;cornerRounding&quot;:{&quot;type&quot;:&quot;ARC_LENGTH&quot;,&quot;global&quot;:0}},&quot;pathStyles&quot;:[{&quot;type&quot;:&quot;FILL&quot;,&quot;fillStyle&quot;:&quot;rgba(225,242,239,1)&quot;},{&quot;type&quot;:&quot;STROKE&quot;,&quot;strokeStyle&quot;:&quot;rgba(0,0,0,0)&quot;,&quot;lineWidth&quot;:0,&quot;lineJoin&quot;:&quot;round&quot;}],&quot;isLocked&quot;:false,&quot;parent&quot;:{&quot;type&quot;:&quot;CHILD&quot;,&quot;parentId&quot;:&quot;340d6fd7-2797-49c7-86a2-b62aa3a4508a&quot;,&quot;order&quot;:&quot;005&quot;}},&quot;e3476183-96ee-46f7-b606-aeea81dcc94e&quot;:{&quot;type&quot;:&quot;FIGURE_OBJECT&quot;,&quot;id&quot;:&quot;e3476183-96ee-46f7-b606-aeea81dcc94e&quot;,&quot;relativeTransform&quot;:{&quot;translate&quot;:{&quot;x&quot;:-139.21813127033863,&quot;y&quot;:-81.96673162103193},&quot;rotate&quot;:0},&quot;opacity&quot;:1,&quot;path&quot;:{&quot;type&quot;:&quot;RECT&quot;,&quot;size&quot;:{&quot;x&quot;:139.13830332135305,&quot;y&quot;:34.45267697774352},&quot;cornerRounding&quot;:{&quot;type&quot;:&quot;ARC_LENGTH&quot;,&quot;global&quot;:0}},&quot;pathStyles&quot;:[{&quot;type&quot;:&quot;FILL&quot;,&quot;fillStyle&quot;:&quot;rgb(255, 230, 230)&quot;},{&quot;type&quot;:&quot;STROKE&quot;,&quot;strokeStyle&quot;:&quot;rgba(0,0,0,0)&quot;,&quot;lineWidth&quot;:0,&quot;lineJoin&quot;:&quot;round&quot;}],&quot;isLocked&quot;:false,&quot;parent&quot;:{&quot;type&quot;:&quot;CHILD&quot;,&quot;parentId&quot;:&quot;340d6fd7-2797-49c7-86a2-b62aa3a4508a&quot;,&quot;order&quot;:&quot;005&quot;}},&quot;82bbffa7-6eb6-4299-a791-c43d20d1af5e&quot;:{&quot;type&quot;:&quot;FIGURE_OBJECT&quot;,&quot;id&quot;:&quot;82bbffa7-6eb6-4299-a791-c43d20d1af5e&quot;,&quot;relativeTransform&quot;:{&quot;translate&quot;:{&quot;x&quot;:-178.9566095301234,&quot;y&quot;:-81.96673162103193},&quot;rotate&quot;:0},&quot;layout&quot;:{&quot;sizeRatio&quot;:{&quot;x&quot;:0.88,&quot;y&quot;:0.88},&quot;keepAspectRatio&quot;:true},&quot;opacity&quot;:1,&quot;path&quot;:{&quot;type&quot;:&quot;ELLIPSE&quot;,&quot;size&quot;:{&quot;x&quot;:13.107337648331365,&quot;y&quot;:13.107337648331365}},&quot;pathStyles&quot;:[{&quot;type&quot;:&quot;FILL&quot;,&quot;fillStyle&quot;:&quot;rgba(255,255,255,1)&quot;},{&quot;type&quot;:&quot;STROKE&quot;,&quot;strokeStyle&quot;:&quot;rgba(23,23,23,1)&quot;,&quot;lineWidth&quot;:0.5875156807236549,&quot;lineJoin&quot;:&quot;round&quot;}],&quot;isLocked&quot;:false,&quot;parent&quot;:{&quot;type&quot;:&quot;CHILD&quot;,&quot;parentId&quot;:&quot;340d6fd7-2797-49c7-86a2-b62aa3a4508a&quot;,&quot;order&quot;:&quot;46&quot;}},&quot;063c002b-9680-4ce0-810a-641ef88c8209&quot;:{&quot;type&quot;:&quot;FIGURE_OBJECT&quot;,&quot;id&quot;:&quot;063c002b-9680-4ce0-810a-641ef88c8209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29355685559045,&quot;color&quot;:&quot;rgb(0,0,0)&quot;,&quot;fontWeight&quot;:&quot;bold&quot;,&quot;fontStyle&quot;:&quot;normal&quot;,&quot;decoration&quot;:&quot;none&quot;,&quot;script&quot;:&quot;none&quot;},&quot;range&quot;:[0,0]}],&quot;text&quot;:&quot;1&quot;,&quot;baseStyle&quot;:{&quot;fontFamily&quot;:&quot;Roboto&quot;,&quot;fontSize&quot;:9.29355685559045,&quot;color&quot;:&quot;rgb(0,0,0)&quot;,&quot;fontWeight&quot;:&quot;bold&quot;,&quot;fontStyle&quot;:&quot;normal&quot;,&quot;decoration&quot;:&quot;none&quot;,&quot;script&quot;:&quot;none&quot;}}],&quot;verticalAlign&quot;:&quot;TOP&quot;},&quot;size&quot;:{&quot;x&quot;:11.534457130531603,&quot;y&quot;:10.890886940145062},&quot;targetSize&quot;:{&quot;x&quot;:11.534457130531603,&quot;y&quot;:2},&quot;format&quot;:&quot;BETTER_TEXT&quot;,&quot;verticalAlign&quot;:&quot;TOP&quot;},&quot;parent&quot;:{&quot;type&quot;:&quot;CHILD&quot;,&quot;parentId&quot;:&quot;82bbffa7-6eb6-4299-a791-c43d20d1af5e&quot;,&quot;order&quot;:&quot;5&quot;}},&quot;b0791b16-2434-40ed-88dc-02b30c9094b0&quot;:{&quot;type&quot;:&quot;FIGURE_OBJECT&quot;,&quot;id&quot;:&quot;b0791b16-2434-40ed-88dc-02b30c9094b0&quot;,&quot;relativeTransform&quot;:{&quot;translate&quot;:{&quot;x&quot;:-130.38656989848405,&quot;y&quot;:-81.9667316210319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9.29355685559045,&quot;color&quot;:&quot;#232323&quot;,&quot;fontWeight&quot;:&quot;bold&quot;,&quot;fontStyle&quot;:&quot;normal&quot;,&quot;decoration&quot;:&quot;none&quot;,&quot;script&quot;:&quot;none&quot;},&quot;range&quot;:[0,16]}],&quot;text&quot;:&quot;Sample collection&quot;,&quot;baseStyle&quot;:{&quot;fontFamily&quot;:&quot;Roboto&quot;,&quot;fontSize&quot;:9.29355685559045,&quot;color&quot;:&quot;#232323&quot;,&quot;fontWeight&quot;:&quot;bold&quot;,&quot;fontStyle&quot;:&quot;normal&quot;,&quot;decoration&quot;:&quot;none&quot;,&quot;script&quot;:&quot;none&quot;}}],&quot;verticalAlign&quot;:&quot;TOP&quot;},&quot;size&quot;:{&quot;x&quot;:74.8732012209365,&quot;y&quot;:10.890886940145062},&quot;targetSize&quot;:{&quot;x&quot;:74.8732012209365,&quot;y&quot;:10.890886940145062},&quot;format&quot;:&quot;BETTER_TEXT&quot;,&quot;verticalAlign&quot;:&quot;TOP&quot;},&quot;isLocked&quot;:false,&quot;parent&quot;:{&quot;type&quot;:&quot;CHILD&quot;,&quot;parentId&quot;:&quot;340d6fd7-2797-49c7-86a2-b62aa3a4508a&quot;,&quot;order&quot;:&quot;31&quot;}},&quot;fe2bb85b-b83e-476b-b97c-7df78c1d8548&quot;:{&quot;id&quot;:&quot;fe2bb85b-b83e-476b-b97c-7df78c1d8548&quot;,&quot;type&quot;:&quot;FIGURE_OBJECT&quot;,&quot;relativeTransform&quot;:{&quot;translate&quot;:{&quot;x&quot;:243.4303990255812,&quot;y&quot;:-246.9161322443723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75500895800922,&quot;color&quot;:&quot;black&quot;,&quot;fontWeight&quot;:&quot;bold&quot;,&quot;fontStyle&quot;:&quot;normal&quot;,&quot;decoration&quot;:&quot;none&quot;},&quot;range&quot;:[0,7]}],&quot;text&quot;:&quot;16s rRNA&quot;}],&quot;_lastCaretLocation&quot;:{&quot;lineIndex&quot;:0,&quot;runIndex&quot;:-1,&quot;charIndex&quot;:-1,&quot;endOfLine&quot;:true}},&quot;format&quot;:&quot;BETTER_TEXT&quot;,&quot;size&quot;:{&quot;x&quot;:178.6404518499356,&quot;y&quot;:17.767021557193374},&quot;targetSize&quot;:{&quot;x&quot;:178.6404518499356,&quot;y&quot;:17.767021557193374}},&quot;parent&quot;:{&quot;type&quot;:&quot;CHILD&quot;,&quot;parentId&quot;:&quot;784451d6-e863-47b3-a767-f6e0184f98b8&quot;,&quot;order&quot;:&quot;8&quot;}},&quot;4a93608b-70b5-43a1-b4cf-6b4f5c3cb2a5&quot;:{&quot;id&quot;:&quot;4a93608b-70b5-43a1-b4cf-6b4f5c3cb2a5&quot;,&quot;type&quot;:&quot;FIGURE_OBJECT&quot;,&quot;parent&quot;:{&quot;type&quot;:&quot;CHILD&quot;,&quot;parentId&quot;:&quot;784451d6-e863-47b3-a767-f6e0184f98b8&quot;,&quot;order&quot;:&quot;7&quot;},&quot;layout&quot;:{&quot;sizeRatio&quot;:{&quot;x&quot;:0.88,&quot;y&quot;:0.88},&quot;keepAspectRatio&quot;:false},&quot;source&quot;:{&quot;id&quot;:&quot;62ccc36459dc10d0850c42df&quot;,&quot;type&quot;:&quot;TEMPLATES&quot;},&quot;assetId&quot;:&quot;62ccc36459dc10d0850c42df&quot;,&quot;relativeTransform&quot;:{&quot;translate&quot;:{&quot;x&quot;:259.1607635812352,&quot;y&quot;:-121.76885912288907},&quot;rotate&quot;:0,&quot;skewX&quot;:0,&quot;scale&quot;:{&quot;x&quot;:1,&quot;y&quot;:1}}},&quot;6be1ca6f-1c2b-4a22-be6d-a0a121cad680&quot;:{&quot;type&quot;:&quot;FIGURE_OBJECT&quot;,&quot;id&quot;:&quot;6be1ca6f-1c2b-4a22-be6d-a0a121cad680&quot;,&quot;relativeTransform&quot;:{&quot;translate&quot;:{&quot;x&quot;:-93.29573437927374,&quot;y&quot;:33.05425227672341},&quot;rotate&quot;:0},&quot;opacity&quot;:1,&quot;path&quot;:{&quot;type&quot;:&quot;POLY_LINE&quot;,&quot;points&quot;:[{&quot;x&quot;:0,&quot;y&quot;:-4.978429028301338},{&quot;x&quot;:0,&quot;y&quot;:4.978429028301338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a93608b-70b5-43a1-b4cf-6b4f5c3cb2a5&quot;,&quot;order&quot;:&quot;99999999998&quot;},&quot;connectorInfo&quot;:{&quot;type&quot;:&quot;LINE&quot;,&quot;offset&quot;:{&quot;x&quot;:0,&quot;y&quot;:0},&quot;bending&quot;:0.1,&quot;customized&quot;:false}},&quot;b8421d39-4084-4e1b-8cde-5ab45523f9a1&quot;:{&quot;type&quot;:&quot;FIGURE_OBJECT&quot;,&quot;id&quot;:&quot;b8421d39-4084-4e1b-8cde-5ab45523f9a1&quot;,&quot;relativeTransform&quot;:{&quot;translate&quot;:{&quot;x&quot;:-13.207962894095116,&quot;y&quot;:24.179661504401352},&quot;rotate&quot;:0},&quot;opacity&quot;:1,&quot;path&quot;:{&quot;type&quot;:&quot;POLY_LINE&quot;,&quot;points&quot;:[{&quot;x&quot;:-79.65486445282147,&quot;y&quot;:2.597441232157208},{&quot;x&quot;:-79.65486445282147,&quot;y&quot;:0},{&quot;x&quot;:79.65486445282147,&quot;y&quot;:0},{&quot;x&quot;:79.65486445282147,&quot;y&quot;:-36.797083488920094}],&quot;closed&quot;:false},&quot;pathStyles&quot;:[{&quot;type&quot;:&quot;FILL&quot;,&quot;fillStyle&quot;:&quot;rgba(0,0,0,0)&quot;},{&quot;type&quot;:&quot;STROKE&quot;,&quot;strokeStyle&quot;:&quot;#232323&quot;,&quot;lineWidth&quot;:0.7431567969783163,&quot;lineJoin&quot;:&quot;round&quot;}],&quot;isLocked&quot;:false,&quot;parent&quot;:{&quot;type&quot;:&quot;CHILD&quot;,&quot;parentId&quot;:&quot;4a93608b-70b5-43a1-b4cf-6b4f5c3cb2a5&quot;,&quot;order&quot;:&quot;99999999997&quot;},&quot;connectorInfo&quot;:{&quot;type&quot;:&quot;ELBOW&quot;,&quot;offset&quot;:{&quot;x&quot;:0,&quot;y&quot;:0},&quot;bending&quot;:0.1,&quot;customized&quot;:false}},&quot;befca01f-fb99-442e-b2dd-4dca380076dd&quot;:{&quot;type&quot;:&quot;FIGURE_OBJECT&quot;,&quot;id&quot;:&quot;befca01f-fb99-442e-b2dd-4dca380076dd&quot;,&quot;relativeTransform&quot;:{&quot;translate&quot;:{&quot;x&quot;:1.7273240304779802,&quot;y&quot;:72.66523106712106},&quot;rotate&quot;:0},&quot;opacity&quot;:1,&quot;path&quot;:{&quot;type&quot;:&quot;POLY_LINE&quot;,&quot;points&quot;:[{&quot;x&quot;:-7.5758702604585455,&quot;y&quot;:0},{&quot;x&quot;:7.5758702604585455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a93608b-70b5-43a1-b4cf-6b4f5c3cb2a5&quot;,&quot;order&quot;:&quot;99999999995&quot;},&quot;connectorInfo&quot;:{&quot;type&quot;:&quot;LINE&quot;,&quot;offset&quot;:{&quot;x&quot;:0,&quot;y&quot;:0},&quot;bending&quot;:0.1,&quot;customized&quot;:false}},&quot;152409cd-edb1-4bad-8a5f-2cc9c48b49d4&quot;:{&quot;type&quot;:&quot;FIGURE_OBJECT&quot;,&quot;id&quot;:&quot;152409cd-edb1-4bad-8a5f-2cc9c48b49d4&quot;,&quot;relativeTransform&quot;:{&quot;translate&quot;:{&quot;x&quot;:-0.4372103296530328,&quot;y&quot;:-59.37136490087107},&quot;rotate&quot;:0},&quot;opacity&quot;:1,&quot;path&quot;:{&quot;type&quot;:&quot;POLY_LINE&quot;,&quot;points&quot;:[{&quot;x&quot;:-10.173311492615797,&quot;y&quot;:0},{&quot;x&quot;:10.173311492615797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a93608b-70b5-43a1-b4cf-6b4f5c3cb2a5&quot;,&quot;order&quot;:&quot;9999999999&quot;},&quot;connectorInfo&quot;:{&quot;type&quot;:&quot;LINE&quot;,&quot;offset&quot;:{&quot;x&quot;:0,&quot;y&quot;:0},&quot;bending&quot;:0.1,&quot;customized&quot;:false}},&quot;3d1ceaf9-a218-45f9-ac05-cd81369bb5c9&quot;:{&quot;type&quot;:&quot;FIGURE_OBJECT&quot;,&quot;id&quot;:&quot;3d1ceaf9-a218-45f9-ac05-cd81369bb5c9&quot;,&quot;parent&quot;:{&quot;type&quot;:&quot;CHILD&quot;,&quot;parentId&quot;:&quot;4a93608b-70b5-43a1-b4cf-6b4f5c3cb2a5&quot;,&quot;order&quot;:&quot;9999999996&quot;},&quot;relativeTransform&quot;:{&quot;translate&quot;:{&quot;x&quot;:0,&quot;y&quot;:0},&quot;rotate&quot;:0}},&quot;1bd44417-90c9-4fc4-be40-a28ee5668c6d&quot;:{&quot;type&quot;:&quot;FIGURE_OBJECT&quot;,&quot;id&quot;:&quot;1bd44417-90c9-4fc4-be40-a28ee5668c6d&quot;,&quot;relativeTransform&quot;:{&quot;translate&quot;:{&quot;x&quot;:-50.31843501877689,&quot;y&quot;:52.85585404767217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3.879082368147285,&quot;color&quot;:&quot;#232323&quot;,&quot;fontWeight&quot;:&quot;normal&quot;,&quot;fontStyle&quot;:&quot;normal&quot;,&quot;decoration&quot;:&quot;none&quot;,&quot;script&quot;:&quot;none&quot;},&quot;range&quot;:[0,52]}],&quot;text&quot;:&quot;     G    A   C    T     A     G    T     C   T     G&quot;,&quot;baseStyle&quot;:{&quot;fontFamily&quot;:&quot;Roboto&quot;,&quot;fontSize&quot;:3.879082368147285,&quot;color&quot;:&quot;#232323&quot;,&quot;fontWeight&quot;:&quot;normal&quot;,&quot;fontStyle&quot;:&quot;normal&quot;,&quot;decoration&quot;:&quot;none&quot;,&quot;script&quot;:&quot;none&quot;}}],&quot;verticalAlign&quot;:&quot;TOP&quot;},&quot;size&quot;:{&quot;x&quot;:72.01396714436264,&quot;y&quot;:5.182819440543286},&quot;targetSize&quot;:{&quot;x&quot;:72.01396714436264,&quot;y&quot;:5.182819440543286},&quot;format&quot;:&quot;BETTER_TEXT&quot;,&quot;verticalAlign&quot;:&quot;TOP&quot;},&quot;isLocked&quot;:false,&quot;parent&quot;:{&quot;type&quot;:&quot;CHILD&quot;,&quot;parentId&quot;:&quot;3d1ceaf9-a218-45f9-ac05-cd81369bb5c9&quot;,&quot;order&quot;:&quot;8&quot;}},&quot;8892b69f-6170-40f4-a503-040d2fa6fde1&quot;:{&quot;type&quot;:&quot;FIGURE_OBJECT&quot;,&quot;id&quot;:&quot;8892b69f-6170-40f4-a503-040d2fa6fde1&quot;,&quot;relativeTransform&quot;:{&quot;translate&quot;:{&quot;x&quot;:-50.71273645444516,&quot;y&quot;:92.45794485243132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4.637456536219211,&quot;color&quot;:&quot;#232323&quot;,&quot;fontWeight&quot;:&quot;normal&quot;,&quot;fontStyle&quot;:&quot;normal&quot;,&quot;decoration&quot;:&quot;none&quot;,&quot;script&quot;:&quot;none&quot;},&quot;range&quot;:[0,9]}],&quot;text&quot;:&quot;Nucleotide&quot;,&quot;baseStyle&quot;:{&quot;fontFamily&quot;:&quot;Roboto&quot;,&quot;fontSize&quot;:4.637456536219211,&quot;color&quot;:&quot;#232323&quot;,&quot;fontWeight&quot;:&quot;normal&quot;,&quot;fontStyle&quot;:&quot;normal&quot;,&quot;decoration&quot;:&quot;none&quot;,&quot;script&quot;:&quot;none&quot;}}],&quot;verticalAlign&quot;:&quot;TOP&quot;},&quot;size&quot;:{&quot;x&quot;:22.627591668976365,&quot;y&quot;:5.5736759773373725},&quot;targetSize&quot;:{&quot;x&quot;:22.627591668976365,&quot;y&quot;:5.5736759773373725},&quot;format&quot;:&quot;BETTER_TEXT&quot;,&quot;verticalAlign&quot;:&quot;TOP&quot;},&quot;isLocked&quot;:false,&quot;parent&quot;:{&quot;type&quot;:&quot;CHILD&quot;,&quot;parentId&quot;:&quot;3d1ceaf9-a218-45f9-ac05-cd81369bb5c9&quot;,&quot;order&quot;:&quot;7&quot;}},&quot;a7ce9590-3eb7-456a-b468-846524c86ca9&quot;:{&quot;type&quot;:&quot;FIGURE_OBJECT&quot;,&quot;id&quot;:&quot;a7ce9590-3eb7-456a-b468-846524c86ca9&quot;,&quot;relativeTransform&quot;:{&quot;translate&quot;:{&quot;x&quot;:-22.189694906496353,&quot;y&quot;:88.39016568289335},&quot;rotate&quot;:0},&quot;opacity&quot;:1,&quot;path&quot;:{&quot;type&quot;:&quot;POLY_LINE&quot;,&quot;points&quot;:[{&quot;x&quot;:0,&quot;y&quot;:-0.8874112663252182},{&quot;x&quot;:0,&quot;y&quot;:0.8874112663252182}],&quot;closed&quot;:false},&quot;pathStyles&quot;:[{&quot;type&quot;:&quot;FILL&quot;,&quot;fillStyle&quot;:&quot;transparent&quot;},{&quot;type&quot;:&quot;STROKE&quot;,&quot;strokeStyle&quot;:&quot;#232323&quot;,&quot;lineWidth&quot;:0.11458732852608626,&quot;lineJoin&quot;:&quot;round&quot;}],&quot;isLocked&quot;:false,&quot;parent&quot;:{&quot;type&quot;:&quot;CHILD&quot;,&quot;parentId&quot;:&quot;3d1ceaf9-a218-45f9-ac05-cd81369bb5c9&quot;,&quot;order&quot;:&quot;6&quot;}},&quot;5dab75c2-8a08-4710-8a90-d6275f4abb44&quot;:{&quot;type&quot;:&quot;FIGURE_OBJECT&quot;,&quot;id&quot;:&quot;5dab75c2-8a08-4710-8a90-d6275f4abb44&quot;,&quot;relativeTransform&quot;:{&quot;translate&quot;:{&quot;x&quot;:-79.98047798682371,&quot;y&quot;:88.22884592395087},&quot;rotate&quot;:0},&quot;opacity&quot;:1,&quot;path&quot;:{&quot;type&quot;:&quot;POLY_LINE&quot;,&quot;points&quot;:[{&quot;x&quot;:0,&quot;y&quot;:-0.8874112663252459},{&quot;x&quot;:0,&quot;y&quot;:0.8874112663252459}],&quot;closed&quot;:false},&quot;pathStyles&quot;:[{&quot;type&quot;:&quot;FILL&quot;,&quot;fillStyle&quot;:&quot;transparent&quot;},{&quot;type&quot;:&quot;STROKE&quot;,&quot;strokeStyle&quot;:&quot;#232323&quot;,&quot;lineWidth&quot;:0.11458732852608626,&quot;lineJoin&quot;:&quot;round&quot;}],&quot;isLocked&quot;:false,&quot;parent&quot;:{&quot;type&quot;:&quot;CHILD&quot;,&quot;parentId&quot;:&quot;3d1ceaf9-a218-45f9-ac05-cd81369bb5c9&quot;,&quot;order&quot;:&quot;5&quot;}},&quot;7ae5dbb2-4b9a-4a19-982c-af4dbaa53a76&quot;:{&quot;type&quot;:&quot;FIGURE_OBJECT&quot;,&quot;id&quot;:&quot;7ae5dbb2-4b9a-4a19-982c-af4dbaa53a76&quot;,&quot;relativeTransform&quot;:{&quot;translate&quot;:{&quot;x&quot;:-21.743240189339957,&quot;y&quot;:92.5895488980338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4.637456536219211,&quot;color&quot;:&quot;#232323&quot;,&quot;fontWeight&quot;:&quot;normal&quot;,&quot;fontStyle&quot;:&quot;normal&quot;,&quot;decoration&quot;:&quot;none&quot;,&quot;script&quot;:&quot;none&quot;},&quot;range&quot;:[0,1]}],&quot;text&quot;:&quot;10&quot;,&quot;baseStyle&quot;:{&quot;fontFamily&quot;:&quot;Roboto&quot;,&quot;fontSize&quot;:4.637456536219211,&quot;color&quot;:&quot;#232323&quot;,&quot;fontWeight&quot;:&quot;normal&quot;,&quot;fontStyle&quot;:&quot;normal&quot;,&quot;decoration&quot;:&quot;none&quot;,&quot;script&quot;:&quot;none&quot;}}],&quot;verticalAlign&quot;:&quot;TOP&quot;},&quot;size&quot;:{&quot;x&quot;:6.520147221146638,&quot;y&quot;:6.196078765419725},&quot;targetSize&quot;:{&quot;x&quot;:6.520147221146638,&quot;y&quot;:6.196078765419725},&quot;format&quot;:&quot;BETTER_TEXT&quot;,&quot;verticalAlign&quot;:&quot;TOP&quot;},&quot;isLocked&quot;:false,&quot;parent&quot;:{&quot;type&quot;:&quot;CHILD&quot;,&quot;parentId&quot;:&quot;3d1ceaf9-a218-45f9-ac05-cd81369bb5c9&quot;,&quot;order&quot;:&quot;3&quot;}},&quot;c26c285b-71e5-408e-964f-417308c6ae6c&quot;:{&quot;type&quot;:&quot;FIGURE_OBJECT&quot;,&quot;id&quot;:&quot;c26c285b-71e5-408e-964f-417308c6ae6c&quot;,&quot;relativeTransform&quot;:{&quot;translate&quot;:{&quot;x&quot;:-79.89259926180785,&quot;y&quot;:92.5895488980338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4.637456536219211,&quot;color&quot;:&quot;#232323&quot;,&quot;fontWeight&quot;:&quot;normal&quot;,&quot;fontStyle&quot;:&quot;normal&quot;,&quot;decoration&quot;:&quot;none&quot;,&quot;script&quot;:&quot;none&quot;},&quot;range&quot;:[0,0]}],&quot;text&quot;:&quot;1&quot;,&quot;baseStyle&quot;:{&quot;fontFamily&quot;:&quot;Roboto&quot;,&quot;fontSize&quot;:4.637456536219211,&quot;color&quot;:&quot;#232323&quot;,&quot;fontWeight&quot;:&quot;normal&quot;,&quot;fontStyle&quot;:&quot;normal&quot;,&quot;decoration&quot;:&quot;none&quot;,&quot;script&quot;:&quot;none&quot;}}],&quot;verticalAlign&quot;:&quot;TOP&quot;},&quot;size&quot;:{&quot;x&quot;:3.260073610573319,&quot;y&quot;:6.196078765419725},&quot;targetSize&quot;:{&quot;x&quot;:3.260073610573319,&quot;y&quot;:6.196078765419725},&quot;format&quot;:&quot;BETTER_TEXT&quot;,&quot;verticalAlign&quot;:&quot;TOP&quot;},&quot;isLocked&quot;:false,&quot;parent&quot;:{&quot;type&quot;:&quot;CHILD&quot;,&quot;parentId&quot;:&quot;3d1ceaf9-a218-45f9-ac05-cd81369bb5c9&quot;,&quot;order&quot;:&quot;2&quot;}},&quot;d1aef9cf-4b75-4e5c-a235-24285be4691b&quot;:{&quot;type&quot;:&quot;FIGURE_OBJECT&quot;,&quot;id&quot;:&quot;d1aef9cf-4b75-4e5c-a235-24285be4691b&quot;,&quot;relativeTransform&quot;:{&quot;translate&quot;:{&quot;x&quot;:-50.71273645444516,&quot;y&quot;:72.71971064585885},&quot;rotate&quot;:0},&quot;opacity&quot;:1,&quot;path&quot;:{&quot;type&quot;:&quot;RECT&quot;,&quot;size&quot;:{&quot;x&quot;:70.13165526964545,&quot;y&quot;:29.529476507910505},&quot;cornerRounding&quot;:{&quot;type&quot;:&quot;ARC_LENGTH&quot;,&quot;global&quot;:0}},&quot;pathStyles&quot;:[{&quot;type&quot;:&quot;FILL&quot;,&quot;fillStyle&quot;:&quot;transparent&quot;},{&quot;type&quot;:&quot;STROKE&quot;,&quot;strokeStyle&quot;:&quot;rgba(23,23,23,1)&quot;,&quot;lineWidth&quot;:0.22917465705217252,&quot;lineJoin&quot;:&quot;round&quot;}],&quot;isLocked&quot;:false,&quot;parent&quot;:{&quot;type&quot;:&quot;CHILD&quot;,&quot;parentId&quot;:&quot;3d1ceaf9-a218-45f9-ac05-cd81369bb5c9&quot;,&quot;order&quot;:&quot;1&quot;}},&quot;a7ba2715-2c7b-4a1e-90e0-28850c1a5608&quot;:{&quot;type&quot;:&quot;FIGURE_OBJECT&quot;,&quot;id&quot;:&quot;a7ba2715-2c7b-4a1e-90e0-28850c1a5608&quot;,&quot;relativeTransform&quot;:{&quot;translate&quot;:{&quot;x&quot;:-51.63177456627981,&quot;y&quot;:76.2453349432148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d1ceaf9-a218-45f9-ac05-cd81369bb5c9&quot;,&quot;order&quot;:&quot;05&quot;}},&quot;82ecbac8-b895-42e8-85ca-4a2b58e7e2c8&quot;:{&quot;type&quot;:&quot;FIGURE_OBJECT&quot;,&quot;id&quot;:&quot;82ecbac8-b895-42e8-85ca-4a2b58e7e2c8&quot;,&quot;relativeTransform&quot;:{&quot;translate&quot;:{&quot;x&quot;:0,&quot;y&quot;:-0.6086232209725707},&quot;rotate&quot;:0,&quot;skewX&quot;:0,&quot;scale&quot;:{&quot;x&quot;:0.14345518848303856,&quot;y&quot;:0.12892423483639834}},&quot;opacity&quot;:1,&quot;path&quot;:{&quot;type&quot;:&quot;RECT&quot;,&quot;size&quot;:{&quot;x&quot;:483.6881053037114,&quot;y&quot;:184.4988227638247}},&quot;pathStyles&quot;:[{&quot;type&quot;:&quot;FILL&quot;,&quot;fillStyle&quot;:&quot;#fff&quot;}],&quot;isFrozen&quot;:true,&quot;isLocked&quot;:false,&quot;parent&quot;:{&quot;type&quot;:&quot;CROP&quot;,&quot;parentId&quot;:&quot;a7ba2715-2c7b-4a1e-90e0-28850c1a5608&quot;,&quot;order&quot;:&quot;5&quot;}},&quot;f123adc5-1b83-467c-a8e4-eef043425337&quot;:{&quot;type&quot;:&quot;FIGURE_OBJECT&quot;,&quot;id&quot;:&quot;f123adc5-1b83-467c-a8e4-eef043425337&quot;,&quot;relativeTransform&quot;:{&quot;translate&quot;:{&quot;x&quot;:-10.175263031817954,&quot;y&quot;:0.9097533597266257},&quot;rotate&quot;:0},&quot;opacity&quot;:1,&quot;path&quot;:{&quot;type&quot;:&quot;POLY_LINE&quot;,&quot;points&quot;:[{&quot;x&quot;:-5.331814396568926,&quot;y&quot;:11.182314873503348},{&quot;x&quot;:-2.219127614707746,&quot;y&quot;:4.382277479193781},{&quot;x&quot;:0.394841395473974,&quot;y&quot;:-11.182252556670402},{&quot;x&quot;:3.008810405655635,&quot;y&quot;:4.2311655370980255},{&quot;x&quot;:5.331814396568926,&quot;y&quot;:11.182314873503348}],&quot;closed&quot;:false},&quot;pathStyles&quot;:[{&quot;type&quot;:&quot;FILL&quot;,&quot;fillStyle&quot;:&quot;transparent&quot;},{&quot;type&quot;:&quot;STROKE&quot;,&quot;strokeStyle&quot;:&quot;rgba(192,56,48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8&quot;}},&quot;293d29f8-fe50-4f77-9ec3-c4fb0e6a5b78&quot;:{&quot;type&quot;:&quot;FIGURE_OBJECT&quot;,&quot;id&quot;:&quot;293d29f8-fe50-4f77-9ec3-c4fb0e6a5b78&quot;,&quot;relativeTransform&quot;:{&quot;translate&quot;:{&quot;x&quot;:-3.7782399122795463,&quot;y&quot;:-0.17947629403690918},&quot;rotate&quot;:0},&quot;opacity&quot;:1,&quot;path&quot;:{&quot;type&quot;:&quot;POLY_LINE&quot;,&quot;points&quot;:[{&quot;x&quot;:-5.35064328826225,&quot;y&quot;:11.766969231696546},{&quot;x&quot;:-2.2269642928820583,&quot;y&quot;:4.61139977238662},{&quot;x&quot;:0.39623574743721807,&quot;y&quot;:-11.7669036567003},{&quot;x&quot;:3.0194357877563767,&quot;y&quot;:4.452387117735278},{&quot;x&quot;:5.35064328826225,&quot;y&quot;:11.766969231696546}],&quot;closed&quot;:false},&quot;pathStyles&quot;:[{&quot;type&quot;:&quot;FILL&quot;,&quot;fillStyle&quot;:&quot;transparent&quot;},{&quot;type&quot;:&quot;STROKE&quot;,&quot;strokeStyle&quot;:&quot;rgba(90,170,70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7&quot;}},&quot;568cd3c8-4435-4918-b6bb-aaaf63b9c6d1&quot;:{&quot;type&quot;:&quot;FIGURE_OBJECT&quot;,&quot;id&quot;:&quot;568cd3c8-4435-4918-b6bb-aaaf63b9c6d1&quot;,&quot;relativeTransform&quot;:{&quot;translate&quot;:{&quot;x&quot;:-22.498224513295348,&quot;y&quot;:3.1458212901877824},&quot;rotate&quot;:0},&quot;opacity&quot;:1,&quot;path&quot;:{&quot;type&quot;:&quot;POLY_LINE&quot;,&quot;points&quot;:[{&quot;x&quot;:-4.939151656223507,&quot;y&quot;:8.940933979524033},{&quot;x&quot;:-2.0556994333127516,&quot;y&quot;:3.503894682331584},{&quot;x&quot;:0.36576320692173836,&quot;y&quot;:-8.940884153464266},{&quot;x&quot;:2.787225847156228,&quot;y&quot;:3.3830715868384975},{&quot;x&quot;:4.939151656223507,&quot;y&quot;:8.940933979524033}],&quot;closed&quot;:false},&quot;pathStyles&quot;:[{&quot;type&quot;:&quot;FILL&quot;,&quot;fillStyle&quot;:&quot;transparent&quot;},{&quot;type&quot;:&quot;STROKE&quot;,&quot;strokeStyle&quot;:&quot;rgba(90,170,70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6&quot;}},&quot;77a32bcb-7eb4-406a-a27a-12f97d47041c&quot;:{&quot;type&quot;:&quot;FIGURE_OBJECT&quot;,&quot;id&quot;:&quot;77a32bcb-7eb4-406a-a27a-12f97d47041c&quot;,&quot;relativeTransform&quot;:{&quot;translate&quot;:{&quot;x&quot;:23.122447189153952,&quot;y&quot;:0.547219435055944},&quot;rotate&quot;:0},&quot;opacity&quot;:1,&quot;path&quot;:{&quot;type&quot;:&quot;POLY_LINE&quot;,&quot;points&quot;:[{&quot;x&quot;:-6.0650709035926855,&quot;y&quot;:11.031541145894519},{&quot;x&quot;:-2.524312612229081,&quot;y&quot;:4.3231902223575185},{&quot;x&quot;:0.4491418644961742,&quot;y&quot;:-11.03147966929379},{&quot;x&quot;:3.422596341221548,&quot;y&quot;:4.174115757390041},{&quot;x&quot;:6.0650709035926855,&quot;y&quot;:11.031541145894519}],&quot;closed&quot;:false},&quot;pathStyles&quot;:[{&quot;type&quot;:&quot;FILL&quot;,&quot;fillStyle&quot;:&quot;transparent&quot;},{&quot;type&quot;:&quot;STROKE&quot;,&quot;strokeStyle&quot;:&quot;rgba(192,56,48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55&quot;}},&quot;4d25f1fa-1939-46b1-a5a8-1278d96d8a64&quot;:{&quot;type&quot;:&quot;FIGURE_OBJECT&quot;,&quot;id&quot;:&quot;4d25f1fa-1939-46b1-a5a8-1278d96d8a64&quot;,&quot;relativeTransform&quot;:{&quot;translate&quot;:{&quot;x&quot;:10.034977494693573,&quot;y&quot;:2.217968603537523},&quot;rotate&quot;:0},&quot;opacity&quot;:1,&quot;path&quot;:{&quot;type&quot;:&quot;POLY_LINE&quot;,&quot;points&quot;:[{&quot;x&quot;:-4.801374989468172,&quot;y&quot;:9.738196367510415},{&quot;x&quot;:-1.998356100796041,&quot;y&quot;:3.8163366988017553},{&quot;x&quot;:0.35556031400026894,&quot;y&quot;:-9.738142098464776},{&quot;x&quot;:2.7094767287966377,&quot;y&quot;:3.684739817274905},{&quot;x&quot;:4.801374989468172,&quot;y&quot;:9.738196367510415}],&quot;closed&quot;:false},&quot;pathStyles&quot;:[{&quot;type&quot;:&quot;FILL&quot;,&quot;fillStyle&quot;:&quot;transparent&quot;},{&quot;type&quot;:&quot;STROKE&quot;,&quot;strokeStyle&quot;:&quot;rgba(192,56,48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5&quot;}},&quot;b2c9c2fa-c403-4314-92b2-244cbb55e29a&quot;:{&quot;type&quot;:&quot;FIGURE_OBJECT&quot;,&quot;id&quot;:&quot;b2c9c2fa-c403-4314-92b2-244cbb55e29a&quot;,&quot;relativeTransform&quot;:{&quot;translate&quot;:{&quot;x&quot;:3.6569310711617313,&quot;y&quot;:-0.28830357486865943},&quot;rotate&quot;:0},&quot;opacity&quot;:1,&quot;path&quot;:{&quot;type&quot;:&quot;POLY_LINE&quot;,&quot;points&quot;:[{&quot;x&quot;:-6.7964454266424115,&quot;y&quot;:11.803764658361347},{&quot;x&quot;:-2.8287143186795296,&quot;y&quot;:4.6258196641027505},{&quot;x&quot;:0.5033029653554826,&quot;y&quot;:-11.803698878311453},{&quot;x&quot;:3.835320249390495,&quot;y&quot;:4.466309775341473},{&quot;x&quot;:6.7964454266424115,&quot;y&quot;:11.803764658361347}],&quot;closed&quot;:false},&quot;pathStyles&quot;:[{&quot;type&quot;:&quot;FILL&quot;,&quot;fillStyle&quot;:&quot;transparent&quot;},{&quot;type&quot;:&quot;STROKE&quot;,&quot;strokeStyle&quot;:&quot;rgba(112,112,113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3&quot;}},&quot;4769ab27-0ca1-49ab-96e2-7227f07d0529&quot;:{&quot;type&quot;:&quot;FIGURE_OBJECT&quot;,&quot;id&quot;:&quot;4769ab27-0ca1-49ab-96e2-7227f07d0529&quot;,&quot;relativeTransform&quot;:{&quot;translate&quot;:{&quot;x&quot;:16.873765536947033,&quot;y&quot;:1.5633616199781124},&quot;rotate&quot;:0},&quot;opacity&quot;:1,&quot;path&quot;:{&quot;type&quot;:&quot;POLY_LINE&quot;,&quot;points&quot;:[{&quot;x&quot;:-5.559611567124422,&quot;y&quot;:10.069372870662557},{&quot;x&quot;:-2.3139379276956595,&quot;y&quot;:3.9461226463285777},{&quot;x&quot;:0.41171065348204655,&quot;y&quot;:-10.069316756035656},{&quot;x&quot;:3.1373592346598116,&quot;y&quot;:3.8100504191211635},{&quot;x&quot;:5.559611567124422,&quot;y&quot;:10.069372870662557}],&quot;closed&quot;:false},&quot;pathStyles&quot;:[{&quot;type&quot;:&quot;FILL&quot;,&quot;fillStyle&quot;:&quot;transparent&quot;},{&quot;type&quot;:&quot;STROKE&quot;,&quot;strokeStyle&quot;:&quot;rgb(28, 114, 195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25&quot;}},&quot;39149441-4f73-408a-9a8e-7c1884177f5c&quot;:{&quot;type&quot;:&quot;FIGURE_OBJECT&quot;,&quot;id&quot;:&quot;39149441-4f73-408a-9a8e-7c1884177f5c&quot;,&quot;relativeTransform&quot;:{&quot;translate&quot;:{&quot;x&quot;:-17.246046857424282,&quot;y&quot;:0.6619066718539572},&quot;rotate&quot;:0},&quot;opacity&quot;:1,&quot;path&quot;:{&quot;type&quot;:&quot;POLY_LINE&quot;,&quot;points&quot;:[{&quot;x&quot;:-5.559611567124422,&quot;y&quot;:11.328072962787486},{&quot;x&quot;:-2.3139379276956595,&quot;y&quot;:4.439399139539257},{&quot;x&quot;:0.41171065348204655,&quot;y&quot;:-11.328009833673484},{&quot;x&quot;:3.1373592346597525,&quot;y&quot;:4.286317499022603},{&quot;x&quot;:5.559611567124422,&quot;y&quot;:11.328072962787486}],&quot;closed&quot;:false},&quot;pathStyles&quot;:[{&quot;type&quot;:&quot;FILL&quot;,&quot;fillStyle&quot;:&quot;transparent&quot;},{&quot;type&quot;:&quot;STROKE&quot;,&quot;strokeStyle&quot;:&quot;rgb(28, 114, 195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2&quot;}},&quot;dafdfd02-3f15-4579-9146-03628dbdb1e3&quot;:{&quot;type&quot;:&quot;FIGURE_OBJECT&quot;,&quot;id&quot;:&quot;dafdfd02-3f15-4579-9146-03628dbdb1e3&quot;,&quot;relativeTransform&quot;:{&quot;translate&quot;:{&quot;x&quot;:29.043611995507266,&quot;y&quot;:1.3014438465563636},&quot;rotate&quot;:0},&quot;opacity&quot;:1,&quot;path&quot;:{&quot;type&quot;:&quot;POLY_LINE&quot;,&quot;points&quot;:[{&quot;x&quot;:-5.219806595717401,&quot;y&quot;:10.266836558407569},{&quot;x&quot;:-2.172509412076438,&quot;y&quot;:4.023507399087986},{&quot;x&quot;:0.3865467863404485,&quot;y&quot;:-10.266779343354518},{&quot;x&quot;:2.9456029847571576,&quot;y&quot;:3.8847667511031863},{&quot;x&quot;:5.219806595717401,&quot;y&quot;:10.266836558407569}],&quot;closed&quot;:false},&quot;pathStyles&quot;:[{&quot;type&quot;:&quot;FILL&quot;,&quot;fillStyle&quot;:&quot;transparent&quot;},{&quot;type&quot;:&quot;STROKE&quot;,&quot;strokeStyle&quot;:&quot;rgba(112,112,113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1&quot;}},&quot;8941e598-342f-48f3-8e91-20abbfb20c7c&quot;:{&quot;type&quot;:&quot;FIGURE_OBJECT&quot;,&quot;id&quot;:&quot;8941e598-342f-48f3-8e91-20abbfb20c7c&quot;,&quot;relativeTransform&quot;:{&quot;translate&quot;:{&quot;x&quot;:-28.703807024100243,&quot;y&quot;:2.0167272862120327},&quot;rotate&quot;:0},&quot;opacity&quot;:1,&quot;path&quot;:{&quot;type&quot;:&quot;POLY_LINE&quot;,&quot;points&quot;:[{&quot;x&quot;:-5.559611567124422,&quot;y&quot;:10.026010577763184},{&quot;x&quot;:-2.313937927695718,&quot;y&quot;:3.929129241853077},{&quot;x&quot;:0.41171065348210584,&quot;y&quot;:-10.025954704785777},{&quot;x&quot;:3.1373592346598116,&quot;y&quot;:3.7936429899438604},{&quot;x&quot;:5.559611567124422,&quot;y&quot;:10.026010577763184}],&quot;closed&quot;:false},&quot;pathStyles&quot;:[{&quot;type&quot;:&quot;FILL&quot;,&quot;fillStyle&quot;:&quot;transparent&quot;},{&quot;type&quot;:&quot;STROKE&quot;,&quot;strokeStyle&quot;:&quot;rgba(112,112,113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05&quot;}},&quot;2fe2b491-5f61-4cce-b79c-0cbb13dc5e9b&quot;:{&quot;type&quot;:&quot;FIGURE_OBJECT&quot;,&quot;id&quot;:&quot;2fe2b491-5f61-4cce-b79c-0cbb13dc5e9b&quot;,&quot;parent&quot;:{&quot;type&quot;:&quot;CHILD&quot;,&quot;parentId&quot;:&quot;4a93608b-70b5-43a1-b4cf-6b4f5c3cb2a5&quot;,&quot;order&quot;:&quot;999999&quot;},&quot;relativeTransform&quot;:{&quot;translate&quot;:{&quot;x&quot;:0,&quot;y&quot;:0},&quot;rotate&quot;:0}},&quot;54f532d9-081b-4406-a7a1-c118290be3a9&quot;:{&quot;type&quot;:&quot;FIGURE_OBJECT&quot;,&quot;id&quot;:&quot;54f532d9-081b-4406-a7a1-c118290be3a9&quot;,&quot;name&quot;:&quot;dsDNA brush 2 (wavy)&quot;,&quot;relativeTransform&quot;:{&quot;translate&quot;:{&quot;x&quot;:127.62259219102442,&quot;y&quot;:-42.06786171459082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0fa6121c-99cc-4584-9dfa-3e66b77eb279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2fe2b491-5f61-4cce-b79c-0cbb13dc5e9b&quot;,&quot;order&quot;:&quot;7&quot;},&quot;isPremium&quot;:true},&quot;68983ec6-9004-4d17-aa50-5f85ee93433b&quot;:{&quot;type&quot;:&quot;FIGURE_OBJECT&quot;,&quot;id&quot;:&quot;68983ec6-9004-4d17-aa50-5f85ee93433b&quot;,&quot;name&quot;:&quot;dsDNA brush 2 (wavy)&quot;,&quot;relativeTransform&quot;:{&quot;translate&quot;:{&quot;x&quot;:162.12844579393618,&quot;y&quot;:-42.083042968578475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ed043381-2d4a-400e-8eb6-10ca82bdc3ec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2fe2b491-5f61-4cce-b79c-0cbb13dc5e9b&quot;,&quot;order&quot;:&quot;5&quot;},&quot;isPremium&quot;:true},&quot;921239b6-43ed-4179-8cbd-b5c37cc6ab05&quot;:{&quot;type&quot;:&quot;FIGURE_OBJECT&quot;,&quot;id&quot;:&quot;921239b6-43ed-4179-8cbd-b5c37cc6ab05&quot;,&quot;name&quot;:&quot;dsDNA brush 2 (wavy)&quot;,&quot;relativeTransform&quot;:{&quot;translate&quot;:{&quot;x&quot;:144.86977351802537,&quot;y&quot;:-42.083042968578475},&quot;rotate&quot;:0},&quot;opacity&quot;:1,&quot;source&quot;:{&quot;id&quot;:&quot;5ee8df7e305f3a00ae69fcb6&quot;,&quot;type&quot;:&quot;ASSETS&quot;},&quot;path&quot;:{&quot;type&quot;:&quot;POLY_LINE&quot;,&quot;points&quot;:[{&quot;x&quot;:-12.329039776723302,&quot;y&quot;:0},{&quot;x&quot;:12.32903977672330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e450ed61-94fc-4e33-9d12-fb843d273006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2fe2b491-5f61-4cce-b79c-0cbb13dc5e9b&quot;,&quot;order&quot;:&quot;2&quot;},&quot;isPremium&quot;:true},&quot;55267aee-3c1d-48b1-8296-363a4eb5413f&quot;:{&quot;type&quot;:&quot;FIGURE_OBJECT&quot;,&quot;id&quot;:&quot;55267aee-3c1d-48b1-8296-363a4eb5413f&quot;,&quot;parent&quot;:{&quot;type&quot;:&quot;CHILD&quot;,&quot;parentId&quot;:&quot;4a93608b-70b5-43a1-b4cf-6b4f5c3cb2a5&quot;,&quot;order&quot;:&quot;9999975&quot;},&quot;relativeTransform&quot;:{&quot;translate&quot;:{&quot;x&quot;:0,&quot;y&quot;:0},&quot;rotate&quot;:0}},&quot;c5a9f036-95cc-47b0-ab5c-c09c2d511196&quot;:{&quot;type&quot;:&quot;FIGURE_OBJECT&quot;,&quot;id&quot;:&quot;c5a9f036-95cc-47b0-ab5c-c09c2d511196&quot;,&quot;name&quot;:&quot;dsDNA brush 2 (wavy)&quot;,&quot;relativeTransform&quot;:{&quot;translate&quot;:{&quot;x&quot;:127.62287592034326,&quot;y&quot;:-52.028952602369266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2626d8a4-9dfb-4205-901b-3979c553faf7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55267aee-3c1d-48b1-8296-363a4eb5413f&quot;,&quot;order&quot;:&quot;7&quot;},&quot;isPremium&quot;:true},&quot;5e62e688-2256-4d2c-a2e7-86cd12c5f8f6&quot;:{&quot;type&quot;:&quot;FIGURE_OBJECT&quot;,&quot;id&quot;:&quot;5e62e688-2256-4d2c-a2e7-86cd12c5f8f6&quot;,&quot;name&quot;:&quot;dsDNA brush 2 (wavy)&quot;,&quot;relativeTransform&quot;:{&quot;translate&quot;:{&quot;x&quot;:162.12872952325503,&quot;y&quot;:-52.04413385635691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a5560787-e31e-4911-b6be-632a0d617db4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55267aee-3c1d-48b1-8296-363a4eb5413f&quot;,&quot;order&quot;:&quot;5&quot;},&quot;isPremium&quot;:true},&quot;3258a9f3-385a-4117-8db2-2b7edb4fa811&quot;:{&quot;type&quot;:&quot;FIGURE_OBJECT&quot;,&quot;id&quot;:&quot;3258a9f3-385a-4117-8db2-2b7edb4fa811&quot;,&quot;name&quot;:&quot;dsDNA brush 2 (wavy)&quot;,&quot;relativeTransform&quot;:{&quot;translate&quot;:{&quot;x&quot;:144.8700572473442,&quot;y&quot;:-52.04413385635691},&quot;rotate&quot;:0},&quot;opacity&quot;:1,&quot;source&quot;:{&quot;id&quot;:&quot;5ee8df7e305f3a00ae69fcb6&quot;,&quot;type&quot;:&quot;ASSETS&quot;},&quot;path&quot;:{&quot;type&quot;:&quot;POLY_LINE&quot;,&quot;points&quot;:[{&quot;x&quot;:-12.329039776723302,&quot;y&quot;:0},{&quot;x&quot;:12.32903977672330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d85049e4-8994-4638-8ea9-58e928559b98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55267aee-3c1d-48b1-8296-363a4eb5413f&quot;,&quot;order&quot;:&quot;2&quot;},&quot;isPremium&quot;:true},&quot;4d6b865c-739b-4e70-a041-037fc68a64da&quot;:{&quot;type&quot;:&quot;FIGURE_OBJECT&quot;,&quot;id&quot;:&quot;4d6b865c-739b-4e70-a041-037fc68a64da&quot;,&quot;parent&quot;:{&quot;type&quot;:&quot;CHILD&quot;,&quot;parentId&quot;:&quot;4a93608b-70b5-43a1-b4cf-6b4f5c3cb2a5&quot;,&quot;order&quot;:&quot;9999965&quot;},&quot;relativeTransform&quot;:{&quot;translate&quot;:{&quot;x&quot;:0,&quot;y&quot;:0},&quot;rotate&quot;:0}},&quot;c05279c8-1216-4873-9856-8bd9b8a89749&quot;:{&quot;type&quot;:&quot;FIGURE_OBJECT&quot;,&quot;id&quot;:&quot;c05279c8-1216-4873-9856-8bd9b8a89749&quot;,&quot;name&quot;:&quot;dsDNA brush 2 (wavy)&quot;,&quot;relativeTransform&quot;:{&quot;translate&quot;:{&quot;x&quot;:127.62315964966213,&quot;y&quot;:-61.989813776408646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5250ccf0-ec87-4732-aa18-1b036c0517da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d6b865c-739b-4e70-a041-037fc68a64da&quot;,&quot;order&quot;:&quot;7&quot;},&quot;isPremium&quot;:true},&quot;59780191-dde1-4fee-8567-d877f1fb89bc&quot;:{&quot;type&quot;:&quot;FIGURE_OBJECT&quot;,&quot;id&quot;:&quot;59780191-dde1-4fee-8567-d877f1fb89bc&quot;,&quot;name&quot;:&quot;dsDNA brush 2 (wavy)&quot;,&quot;relativeTransform&quot;:{&quot;translate&quot;:{&quot;x&quot;:162.12901325257388,&quot;y&quot;:-62.004995030396294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90c8c7b3-1a7d-42e8-b56b-fbc640449f4b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d6b865c-739b-4e70-a041-037fc68a64da&quot;,&quot;order&quot;:&quot;5&quot;},&quot;isPremium&quot;:true},&quot;90b0ab44-f82b-445b-a968-b50609963114&quot;:{&quot;type&quot;:&quot;FIGURE_OBJECT&quot;,&quot;id&quot;:&quot;90b0ab44-f82b-445b-a968-b50609963114&quot;,&quot;name&quot;:&quot;dsDNA brush 2 (wavy)&quot;,&quot;relativeTransform&quot;:{&quot;translate&quot;:{&quot;x&quot;:144.87034097666307,&quot;y&quot;:-62.004995030396294},&quot;rotate&quot;:0},&quot;opacity&quot;:1,&quot;source&quot;:{&quot;id&quot;:&quot;5ee8df7e305f3a00ae69fcb6&quot;,&quot;type&quot;:&quot;ASSETS&quot;},&quot;path&quot;:{&quot;type&quot;:&quot;POLY_LINE&quot;,&quot;points&quot;:[{&quot;x&quot;:-12.329039776723302,&quot;y&quot;:0},{&quot;x&quot;:12.32903977672330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33c7f590-36d6-4131-9323-27450134aff8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d6b865c-739b-4e70-a041-037fc68a64da&quot;,&quot;order&quot;:&quot;2&quot;},&quot;isPremium&quot;:true},&quot;64b6b92e-3809-4e15-9015-2ba6eff41147&quot;:{&quot;type&quot;:&quot;FIGURE_OBJECT&quot;,&quot;id&quot;:&quot;64b6b92e-3809-4e15-9015-2ba6eff41147&quot;,&quot;parent&quot;:{&quot;type&quot;:&quot;CHILD&quot;,&quot;parentId&quot;:&quot;4a93608b-70b5-43a1-b4cf-6b4f5c3cb2a5&quot;,&quot;order&quot;:&quot;9999957&quot;},&quot;relativeTransform&quot;:{&quot;translate&quot;:{&quot;x&quot;:0,&quot;y&quot;:0},&quot;rotate&quot;:0}},&quot;5853272b-b020-4617-bd2f-dd1cd55df5a2&quot;:{&quot;type&quot;:&quot;FIGURE_OBJECT&quot;,&quot;id&quot;:&quot;5853272b-b020-4617-bd2f-dd1cd55df5a2&quot;,&quot;name&quot;:&quot;dsDNA brush 2 (wavy)&quot;,&quot;relativeTransform&quot;:{&quot;translate&quot;:{&quot;x&quot;:127.62310563408231,&quot;y&quot;:-72.95101801476063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ef5434aa-0924-4a65-8313-e80d30fcede1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64b6b92e-3809-4e15-9015-2ba6eff41147&quot;,&quot;order&quot;:&quot;7&quot;},&quot;isPremium&quot;:true},&quot;e62a4265-0ac9-464f-8605-700820cb40db&quot;:{&quot;type&quot;:&quot;FIGURE_OBJECT&quot;,&quot;id&quot;:&quot;e62a4265-0ac9-464f-8605-700820cb40db&quot;,&quot;name&quot;:&quot;dsDNA brush 2 (wavy)&quot;,&quot;relativeTransform&quot;:{&quot;translate&quot;:{&quot;x&quot;:162.1289592369941,&quot;y&quot;:-72.96619926874828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54425633-4d02-4b86-ab5f-3b79bee71513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64b6b92e-3809-4e15-9015-2ba6eff41147&quot;,&quot;order&quot;:&quot;5&quot;},&quot;isPremium&quot;:true},&quot;41e410ea-6425-40f0-8d01-a96dc48805aa&quot;:{&quot;type&quot;:&quot;FIGURE_OBJECT&quot;,&quot;id&quot;:&quot;41e410ea-6425-40f0-8d01-a96dc48805aa&quot;,&quot;name&quot;:&quot;dsDNA brush 2 (wavy)&quot;,&quot;relativeTransform&quot;:{&quot;translate&quot;:{&quot;x&quot;:144.87028696108322,&quot;y&quot;:-72.96619926874828},&quot;rotate&quot;:0},&quot;opacity&quot;:1,&quot;source&quot;:{&quot;id&quot;:&quot;5ee8df7e305f3a00ae69fcb6&quot;,&quot;type&quot;:&quot;ASSETS&quot;},&quot;path&quot;:{&quot;type&quot;:&quot;POLY_LINE&quot;,&quot;points&quot;:[{&quot;x&quot;:-12.329039776723302,&quot;y&quot;:0},{&quot;x&quot;:12.32903977672330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0cd2515e-4bd7-46ab-8779-6c80ca3d6c25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64b6b92e-3809-4e15-9015-2ba6eff41147&quot;,&quot;order&quot;:&quot;2&quot;},&quot;isPremium&quot;:true},&quot;8d6cc81e-4643-4fb9-aceb-7598780edaf0&quot;:{&quot;type&quot;:&quot;FIGURE_OBJECT&quot;,&quot;id&quot;:&quot;8d6cc81e-4643-4fb9-aceb-7598780edaf0&quot;,&quot;relativeTransform&quot;:{&quot;translate&quot;:{&quot;x&quot;:-71.75791785098025,&quot;y&quot;:-50.80422372286229},&quot;rotate&quot;:0.6813909182764469},&quot;opacity&quot;:1,&quot;source&quot;:{&quot;id&quot;:&quot;5de6929b29642000818dbdd9&quot;,&quot;type&quot;:&quot;ASSETS&quot;},&quot;pathStyles&quot;:[{&quot;type&quot;:&quot;FILL&quot;,&quot;fillStyle&quot;:&quot;rgb(0,0,0)&quot;}],&quot;isLocked&quot;:false,&quot;parent&quot;:{&quot;type&quot;:&quot;CHILD&quot;,&quot;parentId&quot;:&quot;4a93608b-70b5-43a1-b4cf-6b4f5c3cb2a5&quot;,&quot;order&quot;:&quot;9994&quot;}},&quot;856928a9-d2f8-4052-999b-9588a4db48eb&quot;:{&quot;type&quot;:&quot;FIGURE_OBJECT&quot;,&quot;id&quot;:&quot;856928a9-d2f8-4052-999b-9588a4db48eb&quot;,&quot;relativeTransform&quot;:{&quot;translate&quot;:{&quot;x&quot;:11.400871257463171,&quot;y&quot;:-9.573359222321097},&quot;rotate&quot;:-1.2775810124598523e-15,&quot;skewX&quot;:8.873544347674234e-16},&quot;opacity&quot;:1,&quot;path&quot;:{&quot;type&quot;:&quot;ELLIPSE&quot;,&quot;size&quot;:{&quot;x&quot;:50.305957966801316,&quot;y&quot;:51.703375402685076}},&quot;pathStyles&quot;:[{&quot;type&quot;:&quot;FILL&quot;,&quot;fillStyle&quot;:&quot;rgba(237,248,255,1)&quot;},{&quot;type&quot;:&quot;STROKE&quot;,&quot;strokeStyle&quot;:&quot;rgba(70,69,70,1)&quot;,&quot;lineWidth&quot;:0.37157839848915786,&quot;lineJoin&quot;:&quot;round&quot;}],&quot;isLocked&quot;:false,&quot;parent&quot;:{&quot;type&quot;:&quot;CHILD&quot;,&quot;parentId&quot;:&quot;8d6cc81e-4643-4fb9-aceb-7598780edaf0&quot;,&quot;order&quot;:&quot;5&quot;}},&quot;a7ba23cb-0941-48aa-95d7-72b34a868d60&quot;:{&quot;type&quot;:&quot;FIGURE_OBJECT&quot;,&quot;id&quot;:&quot;a7ba23cb-0941-48aa-95d7-72b34a868d60&quot;,&quot;relativeTransform&quot;:{&quot;translate&quot;:{&quot;x&quot;:0,&quot;y&quot;:0},&quot;rotate&quot;:0},&quot;opacity&quot;:1,&quot;path&quot;:{&quot;type&quot;:&quot;POLY_LINE&quot;,&quot;points&quot;:[{&quot;x&quot;:-13.292415769385455,&quot;y&quot;:-15.495688441725648},{&quot;x&quot;:-25.407707948425816,&quot;y&quot;:34.564093987972456},{&quot;x&quot;:23.106660019115356,&quot;y&quot;:13.53342616289306}],&quot;closed&quot;:false},&quot;pathStyles&quot;:[{&quot;type&quot;:&quot;FILL&quot;,&quot;fillStyle&quot;:&quot;rgba(0,0,0,0)&quot;},{&quot;type&quot;:&quot;STROKE&quot;,&quot;strokeStyle&quot;:&quot;rgba(70,69,70,1)&quot;,&quot;lineWidth&quot;:0.37157839848915786,&quot;lineJoin&quot;:&quot;round&quot;,&quot;dashArray&quot;:[3]}],&quot;isLocked&quot;:false,&quot;parent&quot;:{&quot;type&quot;:&quot;CHILD&quot;,&quot;parentId&quot;:&quot;8d6cc81e-4643-4fb9-aceb-7598780edaf0&quot;,&quot;order&quot;:&quot;2&quot;},&quot;connectorInfo&quot;:{&quot;connectedObjects&quot;:[],&quot;type&quot;:&quot;ELBOW&quot;,&quot;offset&quot;:{&quot;x&quot;:0,&quot;y&quot;:0},&quot;bending&quot;:0.1,&quot;firstElementIsHead&quot;:false,&quot;customized&quot;:true}},&quot;07cf93b5-6f48-4c6c-98e2-acdaa4c694d9&quot;:{&quot;type&quot;:&quot;FIGURE_OBJECT&quot;,&quot;id&quot;:&quot;07cf93b5-6f48-4c6c-98e2-acdaa4c694d9&quot;,&quot;relativeTransform&quot;:{&quot;translate&quot;:{&quot;x&quot;:-96.97804038972549,&quot;y&quot;:73.149145478298},&quot;rotate&quot;:0},&quot;opacity&quot;:1,&quot;path&quot;:{&quot;type&quot;:&quot;POLY_LINE&quot;,&quot;points&quot;:[{&quot;x&quot;:-14.561517216355952,&quot;y&quot;:0},{&quot;x&quot;:8.208627922491646,&quot;y&quot;:0}],&quot;closed&quot;:false},&quot;pathStyles&quot;:[{&quot;type&quot;:&quot;FILL&quot;,&quot;fillStyle&quot;:&quot;rgba(0,0,0,0)&quot;},{&quot;type&quot;:&quot;STROKE&quot;,&quot;strokeStyle&quot;:&quot;#232323&quot;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a93608b-70b5-43a1-b4cf-6b4f5c3cb2a5&quot;,&quot;order&quot;:&quot;9999999998&quot;}},&quot;f9de7009-e1d4-431e-b392-a63964e10760&quot;:{&quot;relativeTransform&quot;:{&quot;translate&quot;:{&quot;x&quot;:21.48945105482954,&quot;y&quot;:-58.76326462056208},&quot;rotate&quot;:1.5707963267948966},&quot;type&quot;:&quot;FIGURE_OBJECT&quot;,&quot;id&quot;:&quot;f9de7009-e1d4-431e-b392-a63964e10760&quot;,&quot;name&quot;:&quot;dsDNA brush 1 (straight)&quot;,&quot;displayName&quot;:&quot;dsDNA brush (straight)&quot;,&quot;opacity&quot;:1,&quot;source&quot;:{&quot;id&quot;:&quot;5e75573302a72400a91d3c9b&quot;,&quot;type&quot;:&quot;ASSETS&quot;},&quot;path&quot;:{&quot;type&quot;:&quot;POLY_LINE&quot;,&quot;points&quot;:[{&quot;x&quot;:-17.49630482115937,&quot;y&quot;:0},{&quot;x&quot;:17.496304821159363,&quot;y&quot;:0}],&quot;closed&quot;:false},&quot;pathStyles&quot;:[{&quot;type&quot;:&quot;FILL&quot;,&quot;fillStyle&quot;:&quot;rgba(0,0,0,0)&quot;},{&quot;type&quot;:&quot;STROKE&quot;,&quot;strokeStyle&quot;:&quot;rgba(0,0,0,0)&quot;,&quot;lineWidth&quot;:5.5736759773373725,&quot;lineJoin&quot;:&quot;round&quot;}],&quot;pathSmoothing&quot;:{&quot;type&quot;:&quot;CATMULL_SMOOTHING&quot;,&quot;smoothing&quot;:0.2},&quot;pathPattern&quot;:{&quot;type&quot;:&quot;ROW&quot;,&quot;patternId&quot;:&quot;c2de679e-9af2-4250-b3cd-ee46b4a2c267&quot;,&quot;patternTransform&quot;:{&quot;translate&quot;:{&quot;x&quot;:0.000027960239175948845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82920522,&quot;align&quot;:&quot;CENTER&quot;},&quot;isPremium&quot;:true},&quot;isLocked&quot;:false,&quot;parent&quot;:{&quot;type&quot;:&quot;CHILD&quot;,&quot;parentId&quot;:&quot;4a93608b-70b5-43a1-b4cf-6b4f5c3cb2a5&quot;,&quot;order&quot;:&quot;9999999995&quot;},&quot;isPremium&quot;:true},&quot;f17ddcc4-6c99-4870-9c27-5ecf444d82f3&quot;:{&quot;type&quot;:&quot;FIGURE_OBJECT&quot;,&quot;id&quot;:&quot;f17ddcc4-6c99-4870-9c27-5ecf444d82f3&quot;,&quot;relativeTransform&quot;:{&quot;translate&quot;:{&quot;x&quot;:121.78669302753269,&quot;y&quot;:63.0623546028307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5.758330781193276,&quot;color&quot;:&quot;#232323&quot;,&quot;fontWeight&quot;:&quot;normal&quot;,&quot;fontStyle&quot;:&quot;normal&quot;,&quot;decoration&quot;:&quot;none&quot;,&quot;script&quot;:&quot;none&quot;},&quot;range&quot;:[0,16]}],&quot;text&quot;:&quot;Identify variants&quot;,&quot;baseStyle&quot;:{&quot;fontFamily&quot;:&quot;Roboto&quot;,&quot;fontSize&quot;:5.758330781193276,&quot;color&quot;:&quot;#232323&quot;,&quot;fontWeight&quot;:&quot;normal&quot;,&quot;fontStyle&quot;:&quot;normal&quot;,&quot;decoration&quot;:&quot;none&quot;,&quot;script&quot;:&quot;none&quot;}}],&quot;verticalAlign&quot;:&quot;TOP&quot;},&quot;size&quot;:{&quot;x&quot;:20.38471590022034,&quot;y&quot;:13.195324955553247},&quot;targetSize&quot;:{&quot;x&quot;:20.38471590022034,&quot;y&quot;:13.195324955553247},&quot;format&quot;:&quot;BETTER_TEXT&quot;,&quot;verticalAlign&quot;:&quot;TOP&quot;},&quot;isLocked&quot;:false,&quot;parent&quot;:{&quot;type&quot;:&quot;CHILD&quot;,&quot;parentId&quot;:&quot;4a93608b-70b5-43a1-b4cf-6b4f5c3cb2a5&quot;,&quot;order&quot;:&quot;999999999&quot;}},&quot;a662e17b-d10b-4913-885b-ca97ca9a987b&quot;:{&quot;type&quot;:&quot;FIGURE_OBJECT&quot;,&quot;id&quot;:&quot;a662e17b-d10b-4913-885b-ca97ca9a987b&quot;,&quot;relativeTransform&quot;:{&quot;translate&quot;:{&quot;x&quot;:59.76816607689151,&quot;y&quot;:63.0623546028307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5.758330781193276,&quot;color&quot;:&quot;#232323&quot;,&quot;fontWeight&quot;:&quot;normal&quot;,&quot;fontStyle&quot;:&quot;normal&quot;,&quot;decoration&quot;:&quot;none&quot;,&quot;script&quot;:&quot;none&quot;},&quot;range&quot;:[0,10]}],&quot;text&quot;:&quot;Align reads&quot;,&quot;baseStyle&quot;:{&quot;fontFamily&quot;:&quot;Roboto&quot;,&quot;fontSize&quot;:5.758330781193276,&quot;color&quot;:&quot;#232323&quot;,&quot;fontWeight&quot;:&quot;normal&quot;,&quot;fontStyle&quot;:&quot;normal&quot;,&quot;decoration&quot;:&quot;none&quot;,&quot;script&quot;:&quot;none&quot;}}],&quot;verticalAlign&quot;:&quot;TOP&quot;},&quot;size&quot;:{&quot;x&quot;:14.294606294720028,&quot;y&quot;:13.195324955553247},&quot;targetSize&quot;:{&quot;x&quot;:14.294606294720028,&quot;y&quot;:13.195324955553247},&quot;format&quot;:&quot;BETTER_TEXT&quot;,&quot;verticalAlign&quot;:&quot;TOP&quot;},&quot;isLocked&quot;:false,&quot;parent&quot;:{&quot;type&quot;:&quot;CHILD&quot;,&quot;parentId&quot;:&quot;4a93608b-70b5-43a1-b4cf-6b4f5c3cb2a5&quot;,&quot;order&quot;:&quot;999999998&quot;}},&quot;76174141-15be-4384-8bd8-4b84a10535a0&quot;:{&quot;type&quot;:&quot;FIGURE_OBJECT&quot;,&quot;id&quot;:&quot;76174141-15be-4384-8bd8-4b84a10535a0&quot;,&quot;relativeTransform&quot;:{&quot;translate&quot;:{&quot;x&quot;:125.3517231871692,&quot;y&quot;:72.05081673299608},&quot;rotate&quot;:0},&quot;opacity&quot;:1,&quot;path&quot;:{&quot;type&quot;:&quot;POLY_LINE&quot;,&quot;points&quot;:[{&quot;x&quot;:-15.77640690733111,&quot;y&quot;:0},{&quot;x&quot;:8.646346588058018,&quot;y&quot;:0}],&quot;closed&quot;:false},&quot;pathStyles&quot;:[{&quot;type&quot;:&quot;FILL&quot;,&quot;fillStyle&quot;:&quot;rgba(0,0,0,0)&quot;},{&quot;type&quot;:&quot;STROKE&quot;,&quot;strokeStyle&quot;:&quot;#232323&quot;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a93608b-70b5-43a1-b4cf-6b4f5c3cb2a5&quot;,&quot;order&quot;:&quot;999999997&quot;}},&quot;989c81d3-8369-4e39-a009-9364b0350a9f&quot;:{&quot;type&quot;:&quot;FIGURE_OBJECT&quot;,&quot;id&quot;:&quot;989c81d3-8369-4e39-a009-9364b0350a9f&quot;,&quot;relativeTransform&quot;:{&quot;translate&quot;:{&quot;x&quot;:62.67746918698765,&quot;y&quot;:72.05081673299608},&quot;rotate&quot;:0},&quot;opacity&quot;:1,&quot;path&quot;:{&quot;type&quot;:&quot;POLY_LINE&quot;,&quot;points&quot;:[{&quot;x&quot;:-15.77640690733111,&quot;y&quot;:0},{&quot;x&quot;:9.957800687138832,&quot;y&quot;:0}],&quot;closed&quot;:false},&quot;pathStyles&quot;:[{&quot;type&quot;:&quot;FILL&quot;,&quot;fillStyle&quot;:&quot;rgba(0,0,0,0)&quot;},{&quot;type&quot;:&quot;STROKE&quot;,&quot;strokeStyle&quot;:&quot;#232323&quot;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a93608b-70b5-43a1-b4cf-6b4f5c3cb2a5&quot;,&quot;order&quot;:&quot;999999995&quot;}},&quot;d4e03a1a-0b99-4577-96c6-aca599ede78f&quot;:{&quot;relativeTransform&quot;:{&quot;translate&quot;:{&quot;x&quot;:152.8239646377381,&quot;y&quot;:72.05117885409582},&quot;rotate&quot;:0},&quot;type&quot;:&quot;FIGURE_OBJECT&quot;,&quot;id&quot;:&quot;d4e03a1a-0b99-4577-96c6-aca599ede78f&quot;,&quot;name&quot;:&quot;Document (pile)&quot;,&quot;displayName&quot;:&quot;Document (pile)&quot;,&quot;opacity&quot;:1,&quot;source&quot;:{&quot;id&quot;:&quot;5f61134a8ce11e0e581cb1d4&quot;,&quot;type&quot;:&quot;ASSETS&quot;},&quot;pathStyles&quot;:[{&quot;type&quot;:&quot;FILL&quot;,&quot;fillStyle&quot;:&quot;rgb(0,0,0)&quot;}],&quot;isLocked&quot;:false,&quot;parent&quot;:{&quot;type&quot;:&quot;CHILD&quot;,&quot;parentId&quot;:&quot;4a93608b-70b5-43a1-b4cf-6b4f5c3cb2a5&quot;,&quot;order&quot;:&quot;99999999&quot;},&quot;isPremium&quot;:true},&quot;b99c26ea-72ef-424a-b431-aa0e27608bc2&quot;:{&quot;type&quot;:&quot;FIGURE_OBJECT&quot;,&quot;id&quot;:&quot;b99c26ea-72ef-424a-b431-aa0e27608bc2&quot;,&quot;relativeTransform&quot;:{&quot;translate&quot;:{&quot;x&quot;:-1.6260405035732413,&quot;y&quot;:2.4010557555676804},&quot;rotate&quot;:0},&quot;layout&quot;:{&quot;sizeRatio&quot;:{&quot;x&quot;:0.88,&quot;y&quot;:0.88},&quot;keepAspectRatio&quot;:false},&quot;opacity&quot;:1,&quot;path&quot;:{&quot;type&quot;:&quot;RECT&quot;,&quot;size&quot;:{&quot;x&quot;:25.193168428508553,&quot;y&quot;:32.09910842974625},&quot;cornerRounding&quot;:{&quot;type&quot;:&quot;ARC_LENGTH&quot;,&quot;global&quot;:3.7800024666770486},&quot;selectedObjectIds&quot;:[&quot;4a9aeb5c-124e-4ef0-b4e5-af3fe2ad09a4&quot;]},&quot;pathStyles&quot;:[{&quot;type&quot;:&quot;FILL&quot;,&quot;fillStyle&quot;:&quot;rgb(177, 185, 218)&quot;},{&quot;type&quot;:&quot;STROKE&quot;,&quot;strokeStyle&quot;:&quot;rgba(50, 64, 104, 1)&quot;,&quot;lineWidth&quot;:0.623276500576562,&quot;lineJoin&quot;:&quot;round&quot;}],&quot;isLocked&quot;:false,&quot;parent&quot;:{&quot;type&quot;:&quot;CHILD&quot;,&quot;parentId&quot;:&quot;d4e03a1a-0b99-4577-96c6-aca599ede78f&quot;,&quot;order&quot;:&quot;5&quot;}},&quot;172203c8-bd2c-4534-baf0-b1a232f3c464&quot;:{&quot;type&quot;:&quot;FIGURE_OBJECT&quot;,&quot;id&quot;:&quot;172203c8-bd2c-4534-baf0-b1a232f3c464&quot;,&quot;relativeTransform&quot;:{&quot;translate&quot;:{&quot;x&quot;:0,&quot;y&quot;:0},&quot;rotate&quot;:0},&quot;text&quot;:{&quot;size&quot;:{&quot;x&quot;:22.169988217087532,&quot;y&quot;:7.059989571294003},&quot;targetSize&quot;:{&quot;x&quot;:22.169988217087532,&quot;y&quot;:2},&quot;format&quot;:&quot;BETTER_TEXT&quot;,&quot;textData&quot;:{&quot;lineSpacing&quot;:&quot;normal&quot;,&quot;alignment&quot;:&quot;center&quot;,&quot;lines&quot;:[{&quot;runs&quot;:[{&quot;style&quot;:{&quot;fontFamily&quot;:&quot;Roboto&quot;,&quot;fontSize&quot;:5.817247338714578,&quot;color&quot;:&quot;rgb(0,0,0)&quot;,&quot;fontWeight&quot;:&quot;normal&quot;,&quot;fontStyle&quot;:&quot;normal&quot;,&quot;decoration&quot;:&quot;none&quot;,&quot;script&quot;:&quot;none&quot;},&quot;range&quot;:[0,2]}],&quot;text&quot;:&quot;VCF&quot;,&quot;baseStyle&quot;:{&quot;fontFamily&quot;:&quot;Roboto&quot;,&quot;fontSize&quot;:5.817247338714578,&quot;color&quot;:&quot;rgb(0,0,0)&quot;,&quot;fontWeight&quot;:&quot;normal&quot;,&quot;fontStyle&quot;:&quot;normal&quot;,&quot;decoration&quot;:&quot;none&quot;,&quot;script&quot;:&quot;none&quot;}}],&quot;verticalAlign&quot;:&quot;TOP&quot;},&quot;verticalAlign&quot;:&quot;TOP&quot;},&quot;parent&quot;:{&quot;type&quot;:&quot;CHILD&quot;,&quot;parentId&quot;:&quot;b99c26ea-72ef-424a-b431-aa0e27608bc2&quot;,&quot;order&quot;:&quot;5&quot;}},&quot;194e6ba0-9ee2-4a81-8c81-470fbdac15f6&quot;:{&quot;type&quot;:&quot;FIGURE_OBJECT&quot;,&quot;id&quot;:&quot;194e6ba0-9ee2-4a81-8c81-470fbdac15f6&quot;,&quot;relativeTransform&quot;:{&quot;translate&quot;:{&quot;x&quot;:1.9128898916740817,&quot;y&quot;:-2.4010557555676804},&quot;rotate&quot;:0},&quot;opacity&quot;:1,&quot;path&quot;:{&quot;type&quot;:&quot;RECT&quot;,&quot;size&quot;:{&quot;x&quot;:24.619469652306663,&quot;y&quot;:32.09910842974625},&quot;cornerRounding&quot;:{&quot;type&quot;:&quot;ARC_LENGTH&quot;,&quot;global&quot;:4.158002713344734},&quot;selectedObjectIds&quot;:[&quot;6c84a1dc-64e6-46bf-a3fc-7a9a16058b74&quot;]},&quot;pathStyles&quot;:[{&quot;type&quot;:&quot;FILL&quot;,&quot;fillStyle&quot;:&quot;rgb(177, 185, 218)&quot;},{&quot;type&quot;:&quot;STROKE&quot;,&quot;strokeStyle&quot;:&quot;rgba(50, 64, 104, 1)&quot;,&quot;lineWidth&quot;:0.623276500576562,&quot;lineJoin&quot;:&quot;round&quot;}],&quot;isLocked&quot;:false,&quot;parent&quot;:{&quot;type&quot;:&quot;CHILD&quot;,&quot;parentId&quot;:&quot;d4e03a1a-0b99-4577-96c6-aca599ede78f&quot;,&quot;order&quot;:&quot;2&quot;}},&quot;b8e2af6c-45cf-448e-8da3-fb50e1e17e3d&quot;:{&quot;relativeTransform&quot;:{&quot;translate&quot;:{&quot;x&quot;:90.74989793869362,&quot;y&quot;:72.05117885409582},&quot;rotate&quot;:0},&quot;type&quot;:&quot;FIGURE_OBJECT&quot;,&quot;id&quot;:&quot;b8e2af6c-45cf-448e-8da3-fb50e1e17e3d&quot;,&quot;name&quot;:&quot;Document (pile)&quot;,&quot;displayName&quot;:&quot;Document (pile)&quot;,&quot;opacity&quot;:1,&quot;source&quot;:{&quot;id&quot;:&quot;5f61134a8ce11e0e581cb1d4&quot;,&quot;type&quot;:&quot;ASSETS&quot;},&quot;pathStyles&quot;:[{&quot;type&quot;:&quot;FILL&quot;,&quot;fillStyle&quot;:&quot;rgb(0,0,0)&quot;}],&quot;isLocked&quot;:false,&quot;parent&quot;:{&quot;type&quot;:&quot;CHILD&quot;,&quot;parentId&quot;:&quot;4a93608b-70b5-43a1-b4cf-6b4f5c3cb2a5&quot;,&quot;order&quot;:&quot;99999998&quot;},&quot;isPremium&quot;:true},&quot;75e3cc5f-d9f3-4f67-a92e-8ffd918c4e7a&quot;:{&quot;type&quot;:&quot;FIGURE_OBJECT&quot;,&quot;id&quot;:&quot;75e3cc5f-d9f3-4f67-a92e-8ffd918c4e7a&quot;,&quot;relativeTransform&quot;:{&quot;translate&quot;:{&quot;x&quot;:-1.6260405035732413,&quot;y&quot;:2.4010557555676804},&quot;rotate&quot;:0},&quot;layout&quot;:{&quot;sizeRatio&quot;:{&quot;x&quot;:0.88,&quot;y&quot;:0.88},&quot;keepAspectRatio&quot;:false},&quot;opacity&quot;:1,&quot;path&quot;:{&quot;type&quot;:&quot;RECT&quot;,&quot;size&quot;:{&quot;x&quot;:25.193168428508553,&quot;y&quot;:32.09910842974625},&quot;cornerRounding&quot;:{&quot;type&quot;:&quot;ARC_LENGTH&quot;,&quot;global&quot;:3.402002220009298},&quot;selectedObjectIds&quot;:[&quot;67bc4e1c-0ea6-4759-b55b-d17f20638e51&quot;]},&quot;pathStyles&quot;:[{&quot;type&quot;:&quot;FILL&quot;,&quot;fillStyle&quot;:&quot;rgb(206, 212, 230)&quot;},{&quot;type&quot;:&quot;STROKE&quot;,&quot;strokeStyle&quot;:&quot;rgba(50, 64, 104, 1)&quot;,&quot;lineWidth&quot;:0.623276500576562,&quot;lineJoin&quot;:&quot;round&quot;}],&quot;isLocked&quot;:false,&quot;parent&quot;:{&quot;type&quot;:&quot;CHILD&quot;,&quot;parentId&quot;:&quot;b8e2af6c-45cf-448e-8da3-fb50e1e17e3d&quot;,&quot;order&quot;:&quot;5&quot;}},&quot;9450e515-12e3-4607-a610-908559a29bb5&quot;:{&quot;type&quot;:&quot;FIGURE_OBJECT&quot;,&quot;id&quot;:&quot;9450e515-12e3-4607-a610-908559a29bb5&quot;,&quot;relativeTransform&quot;:{&quot;translate&quot;:{&quot;x&quot;:0,&quot;y&quot;:0},&quot;rotate&quot;:0},&quot;text&quot;:{&quot;size&quot;:{&quot;x&quot;:22.169988217087532,&quot;y&quot;:7.059989571294003},&quot;targetSize&quot;:{&quot;x&quot;:22.169988217087532,&quot;y&quot;:2},&quot;format&quot;:&quot;BETTER_TEXT&quot;,&quot;textData&quot;:{&quot;lineSpacing&quot;:&quot;normal&quot;,&quot;alignment&quot;:&quot;center&quot;,&quot;lines&quot;:[{&quot;runs&quot;:[{&quot;style&quot;:{&quot;fontFamily&quot;:&quot;Roboto&quot;,&quot;fontSize&quot;:5.817247338714578,&quot;color&quot;:&quot;rgb(0,0,0)&quot;,&quot;fontWeight&quot;:&quot;normal&quot;,&quot;fontStyle&quot;:&quot;normal&quot;,&quot;decoration&quot;:&quot;none&quot;,&quot;script&quot;:&quot;none&quot;},&quot;range&quot;:[0,2]}],&quot;text&quot;:&quot;BAM&quot;,&quot;baseStyle&quot;:{&quot;fontFamily&quot;:&quot;Roboto&quot;,&quot;fontSize&quot;:5.817247338714578,&quot;color&quot;:&quot;rgb(0,0,0)&quot;,&quot;fontWeight&quot;:&quot;normal&quot;,&quot;fontStyle&quot;:&quot;normal&quot;,&quot;decoration&quot;:&quot;none&quot;,&quot;script&quot;:&quot;none&quot;}}],&quot;verticalAlign&quot;:&quot;TOP&quot;},&quot;verticalAlign&quot;:&quot;TOP&quot;},&quot;parent&quot;:{&quot;type&quot;:&quot;CHILD&quot;,&quot;parentId&quot;:&quot;75e3cc5f-d9f3-4f67-a92e-8ffd918c4e7a&quot;,&quot;order&quot;:&quot;5&quot;}},&quot;a6568e1f-0249-431b-be14-764f4d0438b9&quot;:{&quot;type&quot;:&quot;FIGURE_OBJECT&quot;,&quot;id&quot;:&quot;a6568e1f-0249-431b-be14-764f4d0438b9&quot;,&quot;relativeTransform&quot;:{&quot;translate&quot;:{&quot;x&quot;:1.9128898916740817,&quot;y&quot;:-2.4010557555676804},&quot;rotate&quot;:0},&quot;opacity&quot;:1,&quot;path&quot;:{&quot;type&quot;:&quot;RECT&quot;,&quot;size&quot;:{&quot;x&quot;:24.619469652306663,&quot;y&quot;:32.09910842974625},&quot;cornerRounding&quot;:{&quot;type&quot;:&quot;ARC_LENGTH&quot;,&quot;global&quot;:4.1580027133446675},&quot;selectedObjectIds&quot;:[&quot;4cd34909-fa21-41e1-8cbc-56bef60cc039&quot;]},&quot;pathStyles&quot;:[{&quot;type&quot;:&quot;FILL&quot;,&quot;fillStyle&quot;:&quot;rgb(206, 212, 230)&quot;},{&quot;type&quot;:&quot;STROKE&quot;,&quot;strokeStyle&quot;:&quot;rgba(50, 64, 104, 1)&quot;,&quot;lineWidth&quot;:0.623276500576562,&quot;lineJoin&quot;:&quot;round&quot;}],&quot;isLocked&quot;:false,&quot;parent&quot;:{&quot;type&quot;:&quot;CHILD&quot;,&quot;parentId&quot;:&quot;b8e2af6c-45cf-448e-8da3-fb50e1e17e3d&quot;,&quot;order&quot;:&quot;2&quot;}},&quot;7168729e-b342-4c65-ab14-33787fe30693&quot;:{&quot;relativeTransform&quot;:{&quot;translate&quot;:{&quot;x&quot;:28.675831239649145,&quot;y&quot;:72.05096719522963},&quot;rotate&quot;:0},&quot;type&quot;:&quot;FIGURE_OBJECT&quot;,&quot;id&quot;:&quot;7168729e-b342-4c65-ab14-33787fe30693&quot;,&quot;name&quot;:&quot;Document (pile)&quot;,&quot;displayName&quot;:&quot;Document (pile)&quot;,&quot;opacity&quot;:1,&quot;source&quot;:{&quot;id&quot;:&quot;5f61134a8ce11e0e581cb1d4&quot;,&quot;type&quot;:&quot;ASSETS&quot;},&quot;pathStyles&quot;:[{&quot;type&quot;:&quot;FILL&quot;,&quot;fillStyle&quot;:&quot;rgb(0,0,0)&quot;}],&quot;isLocked&quot;:false,&quot;parent&quot;:{&quot;type&quot;:&quot;CHILD&quot;,&quot;parentId&quot;:&quot;4a93608b-70b5-43a1-b4cf-6b4f5c3cb2a5&quot;,&quot;order&quot;:&quot;99999997&quot;},&quot;isPremium&quot;:true},&quot;aed0fba7-11e9-47bb-a55a-efaec3d97b9b&quot;:{&quot;type&quot;:&quot;FIGURE_OBJECT&quot;,&quot;id&quot;:&quot;aed0fba7-11e9-47bb-a55a-efaec3d97b9b&quot;,&quot;relativeTransform&quot;:{&quot;translate&quot;:{&quot;x&quot;:-1.6260405035732413,&quot;y&quot;:2.4010557555676804},&quot;rotate&quot;:0},&quot;layout&quot;:{&quot;sizeRatio&quot;:{&quot;x&quot;:0.88,&quot;y&quot;:0.88},&quot;keepAspectRatio&quot;:false},&quot;opacity&quot;:1,&quot;path&quot;:{&quot;type&quot;:&quot;RECT&quot;,&quot;size&quot;:{&quot;x&quot;:25.193168428508553,&quot;y&quot;:32.09910842974625},&quot;cornerRounding&quot;:{&quot;type&quot;:&quot;ARC_LENGTH&quot;,&quot;global&quot;:3.402002220009298},&quot;selectedObjectIds&quot;:[&quot;799339c7-9ec1-44b8-8619-ebd0501bcad0&quot;]},&quot;pathStyles&quot;:[{&quot;type&quot;:&quot;FILL&quot;,&quot;fillStyle&quot;:&quot;rgba(229, 235, 251, 1)&quot;},{&quot;type&quot;:&quot;STROKE&quot;,&quot;strokeStyle&quot;:&quot;rgba(79, 96, 156, 1)&quot;,&quot;lineWidth&quot;:0.623276500576562,&quot;lineJoin&quot;:&quot;round&quot;}],&quot;isLocked&quot;:false,&quot;parent&quot;:{&quot;type&quot;:&quot;CHILD&quot;,&quot;parentId&quot;:&quot;7168729e-b342-4c65-ab14-33787fe30693&quot;,&quot;order&quot;:&quot;5&quot;}},&quot;90fab8a0-a6ea-4c35-8bee-a9699d52534a&quot;:{&quot;type&quot;:&quot;FIGURE_OBJECT&quot;,&quot;id&quot;:&quot;90fab8a0-a6ea-4c35-8bee-a9699d52534a&quot;,&quot;relativeTransform&quot;:{&quot;translate&quot;:{&quot;x&quot;:0,&quot;y&quot;:0},&quot;rotate&quot;:0},&quot;text&quot;:{&quot;size&quot;:{&quot;x&quot;:22.169988217087532,&quot;y&quot;:7.059989571294003},&quot;targetSize&quot;:{&quot;x&quot;:22.169988217087532,&quot;y&quot;:2},&quot;format&quot;:&quot;BETTER_TEXT&quot;,&quot;textData&quot;:{&quot;lineSpacing&quot;:&quot;normal&quot;,&quot;alignment&quot;:&quot;center&quot;,&quot;lines&quot;:[{&quot;runs&quot;:[{&quot;style&quot;:{&quot;fontFamily&quot;:&quot;Roboto&quot;,&quot;fontSize&quot;:5.817247338714578,&quot;color&quot;:&quot;rgb(0,0,0)&quot;,&quot;fontWeight&quot;:&quot;normal&quot;,&quot;fontStyle&quot;:&quot;normal&quot;,&quot;decoration&quot;:&quot;none&quot;,&quot;script&quot;:&quot;none&quot;},&quot;range&quot;:[0,4]}],&quot;text&quot;:&quot;FastQ&quot;,&quot;baseStyle&quot;:{&quot;fontFamily&quot;:&quot;Roboto&quot;,&quot;fontSize&quot;:5.817247338714578,&quot;color&quot;:&quot;rgb(0,0,0)&quot;,&quot;fontWeight&quot;:&quot;normal&quot;,&quot;fontStyle&quot;:&quot;normal&quot;,&quot;decoration&quot;:&quot;none&quot;,&quot;script&quot;:&quot;none&quot;}}],&quot;verticalAlign&quot;:&quot;TOP&quot;},&quot;verticalAlign&quot;:&quot;TOP&quot;},&quot;parent&quot;:{&quot;type&quot;:&quot;CHILD&quot;,&quot;parentId&quot;:&quot;aed0fba7-11e9-47bb-a55a-efaec3d97b9b&quot;,&quot;order&quot;:&quot;5&quot;}},&quot;1d85c32d-2d4d-4f45-8759-0736a5ab2bfa&quot;:{&quot;type&quot;:&quot;FIGURE_OBJECT&quot;,&quot;id&quot;:&quot;1d85c32d-2d4d-4f45-8759-0736a5ab2bfa&quot;,&quot;relativeTransform&quot;:{&quot;translate&quot;:{&quot;x&quot;:1.9128898916740817,&quot;y&quot;:-2.4010557555676804},&quot;rotate&quot;:0},&quot;opacity&quot;:1,&quot;path&quot;:{&quot;type&quot;:&quot;RECT&quot;,&quot;size&quot;:{&quot;x&quot;:24.619469652306663,&quot;y&quot;:32.09910842974625},&quot;cornerRounding&quot;:{&quot;type&quot;:&quot;ARC_LENGTH&quot;,&quot;global&quot;:3.780002466676982},&quot;selectedObjectIds&quot;:[&quot;75f740a6-c5b7-4e2c-ac9f-c2dfb255d0cd&quot;]},&quot;pathStyles&quot;:[{&quot;type&quot;:&quot;FILL&quot;,&quot;fillStyle&quot;:&quot;rgba(229, 235, 251, 1)&quot;},{&quot;type&quot;:&quot;STROKE&quot;,&quot;strokeStyle&quot;:&quot;rgba(79, 96, 156, 1)&quot;,&quot;lineWidth&quot;:0.623276500576562,&quot;lineJoin&quot;:&quot;round&quot;}],&quot;isLocked&quot;:false,&quot;parent&quot;:{&quot;type&quot;:&quot;CHILD&quot;,&quot;parentId&quot;:&quot;7168729e-b342-4c65-ab14-33787fe30693&quot;,&quot;order&quot;:&quot;2&quot;}},&quot;46bea8a5-bdbb-4bec-88f7-5c2fff8a723e&quot;:{&quot;id&quot;:&quot;46bea8a5-bdbb-4bec-88f7-5c2fff8a723e&quot;,&quot;name&quot;:&quot;Sequencer (Illumina NextSeq 2000)&quot;,&quot;displayName&quot;:&quot;&quot;,&quot;type&quot;:&quot;FIGURE_OBJECT&quot;,&quot;relativeTransform&quot;:{&quot;translate&quot;:{&quot;x&quot;:-140.40121909577277,&quot;y&quot;:73.14934715687822},&quot;rotate&quot;:0,&quot;skewX&quot;:0,&quot;scale&quot;:{&quot;x&quot;:0.32559907305019514,&quot;y&quot;:0.32559907305019514}},&quot;image&quot;:{&quot;url&quot;:&quot;https://icons.biorender.com/biorender/627ac5837cfe7c00287a24df/20220510200753/image/sequencer-illumina-nextseq-2000.png&quot;,&quot;fallbackUrl&quot;:&quot;https://res.cloudinary.com/dlcjuc3ej/image/upload/v1652213273/zpjzrkrujopkpjuxtln1.svg#/keystone/api/icons/627ac5837cfe7c00287a24df/20220510200753/image/sequencer-illumina-nextseq-2000.svg&quot;,&quot;isPremium&quot;:true,&quot;size&quot;:{&quot;x&quot;:175,&quot;y&quot;:159.2814371257485}},&quot;source&quot;:{&quot;id&quot;:&quot;627ac5837cfe7c00287a24df&quot;,&quot;type&quot;:&quot;ASSETS&quot;},&quot;isPremium&quot;:true,&quot;parent&quot;:{&quot;type&quot;:&quot;CHILD&quot;,&quot;parentId&quot;:&quot;4a93608b-70b5-43a1-b4cf-6b4f5c3cb2a5&quot;,&quot;order&quot;:&quot;99999995&quot;}},&quot;6cd73bb8-9a25-40e3-bf5c-90221ca7b3f4&quot;:{&quot;id&quot;:&quot;6cd73bb8-9a25-40e3-bf5c-90221ca7b3f4&quot;,&quot;type&quot;:&quot;FIGURE_OBJECT&quot;,&quot;relativeTransform&quot;:{&quot;translate&quot;:{&quot;x&quot;:149.5277856703268,&quot;y&quot;:24.694918117547715},&quot;rotate&quot;:0},&quot;text&quot;:{&quot;textData&quot;:{&quot;lineSpacing&quot;:&quot;normal&quot;,&quot;alignment&quot;:&quot;right&quot;,&quot;lines&quot;:[{&quot;runs&quot;:[{&quot;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,&quot;range&quot;:[0,7]}],&quot;text&quot;:&quot;Analysis&quot;,&quot;base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34.242304133687085,&quot;y&quot;:10.40419515769643},&quot;targetSize&quot;:{&quot;x&quot;:34.242304133687085,&quot;y&quot;:10.40419515769643},&quot;verticalAlign&quot;:&quot;TOP&quot;},&quot;parent&quot;:{&quot;type&quot;:&quot;CHILD&quot;,&quot;parentId&quot;:&quot;4a93608b-70b5-43a1-b4cf-6b4f5c3cb2a5&quot;,&quot;order&quot;:&quot;9999997&quot;}},&quot;4b009963-7939-4f92-8a5c-4f2fb0cc7802&quot;:{&quot;id&quot;:&quot;4b009963-7939-4f92-8a5c-4f2fb0cc7802&quot;,&quot;type&quot;:&quot;FIGURE_OBJECT&quot;,&quot;relativeTransform&quot;:{&quot;translate&quot;:{&quot;x&quot;:154.68482678509926,&quot;y&quot;:15.457250831318587},&quot;rotate&quot;:0},&quot;text&quot;:{&quot;textData&quot;:{&quot;lineSpacing&quot;:&quot;normal&quot;,&quot;alignment&quot;:&quot;right&quot;,&quot;lines&quot;:[{&quot;runs&quot;:[{&quot;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,&quot;range&quot;:[0,6]}],&quot;text&quot;:&quot;Step 4:&quot;,&quot;base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23.92822190414223,&quot;y&quot;:8.917881563739796},&quot;targetSize&quot;:{&quot;x&quot;:23.92822190414223,&quot;y&quot;:8.917881563739796},&quot;verticalAlign&quot;:&quot;TOP&quot;},&quot;parent&quot;:{&quot;type&quot;:&quot;CHILD&quot;,&quot;parentId&quot;:&quot;4a93608b-70b5-43a1-b4cf-6b4f5c3cb2a5&quot;,&quot;order&quot;:&quot;9999996&quot;}},&quot;5efe96d6-8a24-431e-ad88-b321c5bd1191&quot;:{&quot;id&quot;:&quot;5efe96d6-8a24-431e-ad88-b321c5bd1191&quot;,&quot;type&quot;:&quot;FIGURE_OBJECT&quot;,&quot;relativeTransform&quot;:{&quot;translate&quot;:{&quot;x&quot;:-143.01838491382793,&quot;y&quot;:24.69495330599718},&quot;rotate&quot;:0},&quot;text&quot;:{&quot;textData&quot;:{&quot;lineSpacing&quot;:&quot;normal&quot;,&quot;alignment&quot;:&quot;left&quot;,&quot;lines&quot;:[{&quot;runs&quot;:[{&quot;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,&quot;range&quot;:[0,9]}],&quot;text&quot;:&quot;Sequencing&quot;,&quot;base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46.400852511333625,&quot;y&quot;:10.40419515769643},&quot;targetSize&quot;:{&quot;x&quot;:46.400852511333625,&quot;y&quot;:10.40419515769643},&quot;verticalAlign&quot;:&quot;TOP&quot;},&quot;parent&quot;:{&quot;type&quot;:&quot;CHILD&quot;,&quot;parentId&quot;:&quot;4a93608b-70b5-43a1-b4cf-6b4f5c3cb2a5&quot;,&quot;order&quot;:&quot;9999995&quot;}},&quot;946a861a-a305-41ca-a6b7-fe483ff8be27&quot;:{&quot;id&quot;:&quot;946a861a-a305-41ca-a6b7-fe483ff8be27&quot;,&quot;type&quot;:&quot;FIGURE_OBJECT&quot;,&quot;relativeTransform&quot;:{&quot;translate&quot;:{&quot;x&quot;:-154.25485814930948,&quot;y&quot;:15.45728601976805},&quot;rotate&quot;:0},&quot;text&quot;:{&quot;textData&quot;:{&quot;lineSpacing&quot;:&quot;normal&quot;,&quot;alignment&quot;:&quot;left&quot;,&quot;lines&quot;:[{&quot;runs&quot;:[{&quot;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,&quot;range&quot;:[0,6]}],&quot;text&quot;:&quot;Step 3:&quot;,&quot;base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23.92822190414223,&quot;y&quot;:8.917881563739796},&quot;targetSize&quot;:{&quot;x&quot;:23.92822190414223,&quot;y&quot;:8.917881563739796},&quot;verticalAlign&quot;:&quot;TOP&quot;},&quot;parent&quot;:{&quot;type&quot;:&quot;CHILD&quot;,&quot;parentId&quot;:&quot;4a93608b-70b5-43a1-b4cf-6b4f5c3cb2a5&quot;,&quot;order&quot;:&quot;9999992&quot;}},&quot;67408eab-7805-4b62-a602-0d66a0de2fee&quot;:{&quot;id&quot;:&quot;67408eab-7805-4b62-a602-0d66a0de2fee&quot;,&quot;type&quot;:&quot;FIGURE_OBJECT&quot;,&quot;relativeTransform&quot;:{&quot;translate&quot;:{&quot;x&quot;:-135.70066216746383,&quot;y&quot;:-97.51836272505754},&quot;rotate&quot;:0},&quot;text&quot;:{&quot;textData&quot;:{&quot;lineSpacing&quot;:&quot;normal&quot;,&quot;alignment&quot;:&quot;left&quot;,&quot;lines&quot;:[{&quot;runs&quot;:[{&quot;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,&quot;range&quot;:[0,13]}],&quot;text&quot;:&quot;DNA extraction&quot;,&quot;base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61.036204168196555,&quot;y&quot;:10.40419515769643},&quot;targetSize&quot;:{&quot;x&quot;:61.036204168196555,&quot;y&quot;:10.40419515769643},&quot;verticalAlign&quot;:&quot;TOP&quot;},&quot;parent&quot;:{&quot;type&quot;:&quot;CHILD&quot;,&quot;parentId&quot;:&quot;4a93608b-70b5-43a1-b4cf-6b4f5c3cb2a5&quot;,&quot;order&quot;:&quot;998&quot;}},&quot;c992e135-f0a0-47d7-9af2-a134bfb0ae0a&quot;:{&quot;type&quot;:&quot;FIGURE_OBJECT&quot;,&quot;id&quot;:&quot;c992e135-f0a0-47d7-9af2-a134bfb0ae0a&quot;,&quot;relativeTransform&quot;:{&quot;translate&quot;:{&quot;x&quot;:46.47570871861275,&quot;y&quot;:-57.94100661714741},&quot;rotate&quot;:0},&quot;opacity&quot;:1,&quot;path&quot;:{&quot;type&quot;:&quot;POLY_LINE&quot;,&quot;points&quot;:[{&quot;x&quot;:-16.288531479810796,&quot;y&quot;:0},{&quot;x&quot;:-0.09981913323749281,&quot;y&quot;:0}],&quot;closed&quot;:false},&quot;pathStyles&quot;:[{&quot;type&quot;:&quot;FILL&quot;,&quot;fillStyle&quot;:&quot;rgba(0,0,0,0)&quot;},{&quot;type&quot;:&quot;STROKE&quot;,&quot;strokeStyle&quot;:&quot;#232323&quot;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a93608b-70b5-43a1-b4cf-6b4f5c3cb2a5&quot;,&quot;order&quot;:&quot;999995&quot;}},&quot;e57d29dc-2fea-4fed-bf57-428fcc23bb28&quot;:{&quot;type&quot;:&quot;FIGURE_OBJECT&quot;,&quot;id&quot;:&quot;e57d29dc-2fea-4fed-bf57-428fcc23bb28&quot;,&quot;name&quot;:&quot;dsDNA brush 2 (wavy)&quot;,&quot;relativeTransform&quot;:{&quot;translate&quot;:{&quot;x&quot;:82.69605015122475,&quot;y&quot;:-69.86227564287525},&quot;rotate&quot;:2.028921542181334},&quot;opacity&quot;:1,&quot;source&quot;:{&quot;id&quot;:&quot;5ee8df7e305f3a00ae69fcb6&quot;,&quot;type&quot;:&quot;ASSETS&quot;},&quot;path&quot;:{&quot;type&quot;:&quot;POLY_LINE&quot;,&quot;points&quot;:[{&quot;x&quot;:-4.742305789839718,&quot;y&quot;:-0.8808450784810585},{&quot;x&quot;:10.533132249399372,&quot;y&quot;:1.9337226165828432}],&quot;closed&quot;:false},&quot;pathStyles&quot;:[{&quot;type&quot;:&quot;FILL&quot;,&quot;fillStyle&quot;:&quot;rgba(0,0,0,0)&quot;},{&quot;type&quot;:&quot;STROKE&quot;,&quot;strokeStyle&quot;:&quot;rgba(0,0,0,0)&quot;,&quot;lineWidth&quot;:4.938387133783915,&quot;lineJoin&quot;:&quot;round&quot;}],&quot;pathSmoothing&quot;:{&quot;type&quot;:&quot;CATMULL_SMOOTHING&quot;,&quot;smoothing&quot;:0.2},&quot;pathPattern&quot;:{&quot;type&quot;:&quot;ROW&quot;,&quot;patternId&quot;:&quot;3bff0880-fbf7-4401-aec8-ba6670968f60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a93608b-70b5-43a1-b4cf-6b4f5c3cb2a5&quot;,&quot;order&quot;:&quot;99998&quot;},&quot;isPremium&quot;:true},&quot;a75c6db5-c14b-4690-8975-b3280b5d04aa&quot;:{&quot;type&quot;:&quot;FIGURE_OBJECT&quot;,&quot;id&quot;:&quot;a75c6db5-c14b-4690-8975-b3280b5d04aa&quot;,&quot;name&quot;:&quot;dsDNA brush 2 (wavy)&quot;,&quot;relativeTransform&quot;:{&quot;translate&quot;:{&quot;x&quot;:72.08294071420204,&quot;y&quot;:-41.67340338683407},&quot;rotate&quot;:0.891735060870408},&quot;opacity&quot;:1,&quot;source&quot;:{&quot;id&quot;:&quot;5ee8df7e305f3a00ae69fcb6&quot;,&quot;type&quot;:&quot;ASSETS&quot;},&quot;path&quot;:{&quot;type&quot;:&quot;POLY_LINE&quot;,&quot;points&quot;:[{&quot;x&quot;:-9.68831599567358,&quot;y&quot;:3.2441745031562825},{&quot;x&quot;:4.687147689690223,&quot;y&quot;:-1.1384194269527554}],&quot;closed&quot;:false},&quot;pathStyles&quot;:[{&quot;type&quot;:&quot;FILL&quot;,&quot;fillStyle&quot;:&quot;rgba(0,0,0,0)&quot;},{&quot;type&quot;:&quot;STROKE&quot;,&quot;strokeStyle&quot;:&quot;rgba(0,0,0,0)&quot;,&quot;lineWidth&quot;:4.938387133783914,&quot;lineJoin&quot;:&quot;round&quot;}],&quot;pathSmoothing&quot;:{&quot;type&quot;:&quot;CATMULL_SMOOTHING&quot;,&quot;smoothing&quot;:0.2},&quot;pathPattern&quot;:{&quot;type&quot;:&quot;ROW&quot;,&quot;patternId&quot;:&quot;30eba8ef-8354-4ab1-8145-78c588393ecb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a93608b-70b5-43a1-b4cf-6b4f5c3cb2a5&quot;,&quot;order&quot;:&quot;999975&quot;},&quot;isPremium&quot;:true},&quot;1e8acb57-9307-4a90-a162-1f1ecd31442d&quot;:{&quot;type&quot;:&quot;FIGURE_OBJECT&quot;,&quot;id&quot;:&quot;1e8acb57-9307-4a90-a162-1f1ecd31442d&quot;,&quot;name&quot;:&quot;dsDNA brush 2 (wavy)&quot;,&quot;relativeTransform&quot;:{&quot;translate&quot;:{&quot;x&quot;:76.4680841610753,&quot;y&quot;:-53.5156203412361},&quot;rotate&quot;:0},&quot;opacity&quot;:1,&quot;source&quot;:{&quot;id&quot;:&quot;5ee8df7e305f3a00ae69fcb6&quot;,&quot;type&quot;:&quot;ASSETS&quot;},&quot;path&quot;:{&quot;type&quot;:&quot;POLY_LINE&quot;,&quot;points&quot;:[{&quot;x&quot;:-4.688479141488525,&quot;y&quot;:-1.132923473346032},{&quot;x&quot;:9.952866831997312,&quot;y&quot;:3.76511731860043}],&quot;closed&quot;:false},&quot;pathStyles&quot;:[{&quot;type&quot;:&quot;FILL&quot;,&quot;fillStyle&quot;:&quot;rgba(0,0,0,0)&quot;},{&quot;type&quot;:&quot;STROKE&quot;,&quot;strokeStyle&quot;:&quot;rgba(0,0,0,0)&quot;,&quot;lineWidth&quot;:4.938387133783916,&quot;lineJoin&quot;:&quot;round&quot;}],&quot;pathSmoothing&quot;:{&quot;type&quot;:&quot;CATMULL_SMOOTHING&quot;,&quot;smoothing&quot;:0.2},&quot;pathPattern&quot;:{&quot;type&quot;:&quot;ROW&quot;,&quot;patternId&quot;:&quot;ebb1a3a9-59a8-4fde-b485-aca7fdac0058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a93608b-70b5-43a1-b4cf-6b4f5c3cb2a5&quot;,&quot;order&quot;:&quot;99997&quot;},&quot;isPremium&quot;:true},&quot;b5c2a043-fabf-4253-b8a1-6ec7c4fca8c9&quot;:{&quot;type&quot;:&quot;FIGURE_OBJECT&quot;,&quot;id&quot;:&quot;b5c2a043-fabf-4253-b8a1-6ec7c4fca8c9&quot;,&quot;name&quot;:&quot;dsDNA brush 2 (wavy)&quot;,&quot;relativeTransform&quot;:{&quot;translate&quot;:{&quot;x&quot;:53.42147781613603,&quot;y&quot;:-46.92091502115216},&quot;rotate&quot;:-1.0670476618410323},&quot;opacity&quot;:1,&quot;source&quot;:{&quot;id&quot;:&quot;5ee8df7e305f3a00ae69fcb6&quot;,&quot;type&quot;:&quot;ASSETS&quot;},&quot;path&quot;:{&quot;type&quot;:&quot;POLY_LINE&quot;,&quot;points&quot;:[{&quot;x&quot;:-4.819675904606363,&quot;y&quot;:-0.18993796668398585},{&quot;x&quot;:10.873721748691462,&quot;y&quot;:-0.18993796668398316}],&quot;closed&quot;:false},&quot;pathStyles&quot;:[{&quot;type&quot;:&quot;FILL&quot;,&quot;fillStyle&quot;:&quot;rgba(0,0,0,0)&quot;},{&quot;type&quot;:&quot;STROKE&quot;,&quot;strokeStyle&quot;:&quot;rgba(0,0,0,0)&quot;,&quot;lineWidth&quot;:4.938387133783916,&quot;lineJoin&quot;:&quot;round&quot;}],&quot;pathSmoothing&quot;:{&quot;type&quot;:&quot;CATMULL_SMOOTHING&quot;,&quot;smoothing&quot;:0.2},&quot;pathPattern&quot;:{&quot;type&quot;:&quot;ROW&quot;,&quot;patternId&quot;:&quot;bf02c1a7-2f4e-4e76-92ef-053c0edd7c96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a93608b-70b5-43a1-b4cf-6b4f5c3cb2a5&quot;,&quot;order&quot;:&quot;999965&quot;},&quot;isPremium&quot;:true},&quot;077535ac-6133-4213-bcfd-41e7a8d17dbc&quot;:{&quot;type&quot;:&quot;FIGURE_OBJECT&quot;,&quot;id&quot;:&quot;077535ac-6133-4213-bcfd-41e7a8d17dbc&quot;,&quot;name&quot;:&quot;dsDNA brush 2 (wavy)&quot;,&quot;relativeTransform&quot;:{&quot;translate&quot;:{&quot;x&quot;:68.71205716282395,&quot;y&quot;:-63.36998823420807},&quot;rotate&quot;:-0.604417393813427},&quot;opacity&quot;:1,&quot;source&quot;:{&quot;id&quot;:&quot;5ee8df7e305f3a00ae69fcb6&quot;,&quot;type&quot;:&quot;ASSETS&quot;},&quot;path&quot;:{&quot;type&quot;:&quot;POLY_LINE&quot;,&quot;points&quot;:[{&quot;x&quot;:-4.500869979950368,&quot;y&quot;:1.73422077032116},{&quot;x&quot;:9.50203828593373,&quot;y&quot;:-8.314705383457126}],&quot;closed&quot;:false},&quot;pathStyles&quot;:[{&quot;type&quot;:&quot;FILL&quot;,&quot;fillStyle&quot;:&quot;rgba(0,0,0,0)&quot;},{&quot;type&quot;:&quot;STROKE&quot;,&quot;strokeStyle&quot;:&quot;rgba(0,0,0,0)&quot;,&quot;lineWidth&quot;:4.938387133783916,&quot;lineJoin&quot;:&quot;round&quot;}],&quot;pathSmoothing&quot;:{&quot;type&quot;:&quot;CATMULL_SMOOTHING&quot;,&quot;smoothing&quot;:0.2},&quot;pathPattern&quot;:{&quot;type&quot;:&quot;ROW&quot;,&quot;patternId&quot;:&quot;ac4db99a-38e5-45af-856f-98249cdaf21f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a93608b-70b5-43a1-b4cf-6b4f5c3cb2a5&quot;,&quot;order&quot;:&quot;99996&quot;},&quot;isPremium&quot;:true},&quot;091a58c3-985d-4b7e-996b-a720df634b32&quot;:{&quot;type&quot;:&quot;FIGURE_OBJECT&quot;,&quot;id&quot;:&quot;091a58c3-985d-4b7e-996b-a720df634b32&quot;,&quot;name&quot;:&quot;dsDNA brush 2 (wavy)&quot;,&quot;relativeTransform&quot;:{&quot;translate&quot;:{&quot;x&quot;:56.0169832618278,&quot;y&quot;:-67.55132814902811},&quot;rotate&quot;:-1.7887136565183221},&quot;opacity&quot;:1,&quot;source&quot;:{&quot;id&quot;:&quot;5ee8df7e305f3a00ae69fcb6&quot;,&quot;type&quot;:&quot;ASSETS&quot;},&quot;path&quot;:{&quot;type&quot;:&quot;POLY_LINE&quot;,&quot;points&quot;:[{&quot;x&quot;:-7.559460502230852,&quot;y&quot;:-5.9008736060828975},{&quot;x&quot;:4.137608503400109,&quot;y&quot;:2.4790216072522013}],&quot;closed&quot;:false},&quot;pathStyles&quot;:[{&quot;type&quot;:&quot;FILL&quot;,&quot;fillStyle&quot;:&quot;rgba(0,0,0,0)&quot;},{&quot;type&quot;:&quot;STROKE&quot;,&quot;strokeStyle&quot;:&quot;rgba(0,0,0,0)&quot;,&quot;lineWidth&quot;:4.938387133783916,&quot;lineJoin&quot;:&quot;round&quot;}],&quot;pathSmoothing&quot;:{&quot;type&quot;:&quot;CATMULL_SMOOTHING&quot;,&quot;smoothing&quot;:0.2},&quot;pathPattern&quot;:{&quot;type&quot;:&quot;ROW&quot;,&quot;patternId&quot;:&quot;52c5f7f6-962b-41a6-b039-89d2d867880c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a93608b-70b5-43a1-b4cf-6b4f5c3cb2a5&quot;,&quot;order&quot;:&quot;999955&quot;},&quot;isPremium&quot;:true},&quot;97059252-8794-4757-8b0a-9b8249bb8a8c&quot;:{&quot;type&quot;:&quot;FIGURE_OBJECT&quot;,&quot;id&quot;:&quot;97059252-8794-4757-8b0a-9b8249bb8a8c&quot;,&quot;relativeTransform&quot;:{&quot;translate&quot;:{&quot;x&quot;:144.87040119746206,&quot;y&quot;:-32.28117853656198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94525437582653,&quot;color&quot;:&quot;#232323&quot;,&quot;fontWeight&quot;:&quot;normal&quot;,&quot;fontStyle&quot;:&quot;normal&quot;,&quot;decoration&quot;:&quot;none&quot;,&quot;script&quot;:&quot;none&quot;},&quot;range&quot;:[0,10]}],&quot;text&quot;:&quot;DNA library&quot;,&quot;baseStyle&quot;:{&quot;fontFamily&quot;:&quot;Roboto&quot;,&quot;fontSize&quot;:5.94525437582653,&quot;color&quot;:&quot;#232323&quot;,&quot;fontWeight&quot;:&quot;normal&quot;,&quot;fontStyle&quot;:&quot;normal&quot;,&quot;decoration&quot;:&quot;none&quot;,&quot;script&quot;:&quot;none&quot;}}],&quot;verticalAlign&quot;:&quot;TOP&quot;},&quot;size&quot;:{&quot;x&quot;:29.993204018401464,&quot;y&quot;:7.059989571294003},&quot;targetSize&quot;:{&quot;x&quot;:29.993204018401464,&quot;y&quot;:7.059989571294003},&quot;format&quot;:&quot;BETTER_TEXT&quot;,&quot;verticalAlign&quot;:&quot;TOP&quot;},&quot;isLocked&quot;:false,&quot;parent&quot;:{&quot;type&quot;:&quot;CHILD&quot;,&quot;parentId&quot;:&quot;4a93608b-70b5-43a1-b4cf-6b4f5c3cb2a5&quot;,&quot;order&quot;:&quot;99995&quot;}},&quot;76a7551d-b87c-4475-ae52-e9bfbeca5638&quot;:{&quot;type&quot;:&quot;FIGURE_OBJECT&quot;,&quot;id&quot;:&quot;76a7551d-b87c-4475-ae52-e9bfbeca5638&quot;,&quot;relativeTransform&quot;:{&quot;translate&quot;:{&quot;x&quot;:67.65316632814265,&quot;y&quot;:-32.28125853040248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94525437582653,&quot;color&quot;:&quot;#232323&quot;,&quot;fontWeight&quot;:&quot;normal&quot;,&quot;fontStyle&quot;:&quot;normal&quot;,&quot;decoration&quot;:&quot;none&quot;,&quot;script&quot;:&quot;none&quot;},&quot;range&quot;:[0,12]}],&quot;text&quot;:&quot;DNA fragments&quot;,&quot;baseStyle&quot;:{&quot;fontFamily&quot;:&quot;Roboto&quot;,&quot;fontSize&quot;:5.94525437582653,&quot;color&quot;:&quot;#232323&quot;,&quot;fontWeight&quot;:&quot;normal&quot;,&quot;fontStyle&quot;:&quot;normal&quot;,&quot;decoration&quot;:&quot;none&quot;,&quot;script&quot;:&quot;none&quot;}}],&quot;verticalAlign&quot;:&quot;TOP&quot;},&quot;size&quot;:{&quot;x&quot;:41.08215571003962,&quot;y&quot;:7.059989571294003},&quot;targetSize&quot;:{&quot;x&quot;:41.08215571003962,&quot;y&quot;:7.059989571294003},&quot;format&quot;:&quot;BETTER_TEXT&quot;,&quot;verticalAlign&quot;:&quot;TOP&quot;},&quot;isLocked&quot;:false,&quot;parent&quot;:{&quot;type&quot;:&quot;CHILD&quot;,&quot;parentId&quot;:&quot;4a93608b-70b5-43a1-b4cf-6b4f5c3cb2a5&quot;,&quot;order&quot;:&quot;99992&quot;}},&quot;4e2b28da-00c9-48fc-a483-90289b4ab15a&quot;:{&quot;type&quot;:&quot;FIGURE_OBJECT&quot;,&quot;id&quot;:&quot;4e2b28da-00c9-48fc-a483-90289b4ab15a&quot;,&quot;relativeTransform&quot;:{&quot;translate&quot;:{&quot;x&quot;:101.94665905246615,&quot;y&quot;:-75.687190783217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94525437582653,&quot;color&quot;:&quot;#232323&quot;,&quot;fontWeight&quot;:&quot;normal&quot;,&quot;fontStyle&quot;:&quot;normal&quot;,&quot;decoration&quot;:&quot;none&quot;,&quot;script&quot;:&quot;none&quot;},&quot;range&quot;:[0,6]}],&quot;text&quot;:&quot;Adapter&quot;,&quot;baseStyle&quot;:{&quot;fontFamily&quot;:&quot;Roboto&quot;,&quot;fontSize&quot;:5.94525437582653,&quot;color&quot;:&quot;#232323&quot;,&quot;fontWeight&quot;:&quot;normal&quot;,&quot;fontStyle&quot;:&quot;normal&quot;,&quot;decoration&quot;:&quot;none&quot;,&quot;script&quot;:&quot;none&quot;}}],&quot;verticalAlign&quot;:&quot;TOP&quot;},&quot;size&quot;:{&quot;x&quot;:20.90418787125334,&quot;y&quot;:7.059989571294003},&quot;targetSize&quot;:{&quot;x&quot;:20.90418787125334,&quot;y&quot;:7.059989571294003},&quot;format&quot;:&quot;BETTER_TEXT&quot;,&quot;verticalAlign&quot;:&quot;TOP&quot;},&quot;isLocked&quot;:false,&quot;parent&quot;:{&quot;type&quot;:&quot;CHILD&quot;,&quot;parentId&quot;:&quot;4a93608b-70b5-43a1-b4cf-6b4f5c3cb2a5&quot;,&quot;order&quot;:&quot;9999&quot;}},&quot;d02e3cd2-08c2-444e-8e0c-84da3c7db63a&quot;:{&quot;type&quot;:&quot;FIGURE_OBJECT&quot;,&quot;id&quot;:&quot;d02e3cd2-08c2-444e-8e0c-84da3c7db63a&quot;,&quot;relativeTransform&quot;:{&quot;translate&quot;:{&quot;x&quot;:101.45487179264889,&quot;y&quot;:-59.3605425190459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4a93608b-70b5-43a1-b4cf-6b4f5c3cb2a5&quot;,&quot;order&quot;:&quot;99982&quot;}},&quot;8527ab69-e5ef-4e90-8a94-0d17af07f942&quot;:{&quot;type&quot;:&quot;FIGURE_OBJECT&quot;,&quot;id&quot;:&quot;8527ab69-e5ef-4e90-8a94-0d17af07f942&quot;,&quot;relativeTransform&quot;:{&quot;translate&quot;:{&quot;x&quot;:3.644564247529271,&quot;y&quot;:-1.4035198428079305},&quot;rotate&quot;:0},&quot;opacity&quot;:1,&quot;path&quot;:{&quot;type&quot;:&quot;POLY_LINE&quot;,&quot;points&quot;:[{&quot;x&quot;:-3.54930565190441,&quot;y&quot;:-2.746583164001594},{&quot;x&quot;:-1.3934079860292496,&quot;y&quot;:1.2957249595142486},{&quot;x&quot;:3.5493056519044948,&quot;y&quot;:2.746583164001594}],&quot;closed&quot;:false},&quot;pathStyles&quot;:[{&quot;type&quot;:&quot;FILL&quot;,&quot;fillStyle&quot;:&quot;rgba(0,0,0,0)&quot;},{&quot;type&quot;:&quot;STROKE&quot;,&quot;strokeStyle&quot;:&quot;#232323&quot;,&quot;lineWidth&quot;:0.7431567969783163,&quot;lineJoin&quot;:&quot;round&quot;}],&quot;pathSmoothing&quot;:{&quot;type&quot;:&quot;CATMULL_SMOOTHING&quot;,&quot;smoothing&quot;:0.2},&quot;isLocked&quot;:false,&quot;parent&quot;:{&quot;type&quot;:&quot;CHILD&quot;,&quot;parentId&quot;:&quot;d02e3cd2-08c2-444e-8e0c-84da3c7db63a&quot;,&quot;order&quot;:&quot;5&quot;}},&quot;0bf948b2-a635-4379-b2f5-42a6ca83c5a7&quot;:{&quot;type&quot;:&quot;FIGURE_OBJECT&quot;,&quot;id&quot;:&quot;0bf948b2-a635-4379-b2f5-42a6ca83c5a7&quot;,&quot;relativeTransform&quot;:{&quot;translate&quot;:{&quot;x&quot;:0,&quot;y&quot;:1.3474360411718487},&quot;rotate&quot;:0},&quot;opacity&quot;:1,&quot;path&quot;:{&quot;type&quot;:&quot;POLY_LINE&quot;,&quot;points&quot;:[{&quot;x&quot;:-9.376078709678431,&quot;y&quot;:0},{&quot;x&quot;:13.85080824661079,&quot;y&quot;:0}],&quot;closed&quot;:false},&quot;pathStyles&quot;:[{&quot;type&quot;:&quot;FILL&quot;,&quot;fillStyle&quot;:&quot;rgba(0,0,0,0)&quot;},{&quot;type&quot;:&quot;STROKE&quot;,&quot;strokeStyle&quot;:&quot;#232323&quot;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02e3cd2-08c2-444e-8e0c-84da3c7db63a&quot;,&quot;order&quot;:&quot;2&quot;}},&quot;d295a4d2-e19f-4beb-8ae4-d9215de2e8d6&quot;:{&quot;type&quot;:&quot;FIGURE_OBJECT&quot;,&quot;id&quot;:&quot;d295a4d2-e19f-4beb-8ae4-d9215de2e8d6&quot;,&quot;name&quot;:&quot;dsDNA brush 2 (wavy)&quot;,&quot;relativeTransform&quot;:{&quot;translate&quot;:{&quot;x&quot;:102.12728047420126,&quot;y&quot;:-68.09192806584025},&quot;rotate&quot;:0},&quot;opacity&quot;:1,&quot;source&quot;:{&quot;id&quot;:&quot;5ee8df7e305f3a00ae69fcb6&quot;,&quot;type&quot;:&quot;ASSETS&quot;},&quot;path&quot;:{&quot;type&quot;:&quot;POLY_LINE&quot;,&quot;points&quot;:[{&quot;x&quot;:-5.625545471892839,&quot;y&quot;:0},{&quot;x&quot;:5.625545471892924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7cd7007e-850a-418b-a3fc-8982ac9ba2ee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a93608b-70b5-43a1-b4cf-6b4f5c3cb2a5&quot;,&quot;order&quot;:&quot;9998&quot;},&quot;isPremium&quot;:true},&quot;2a1c52b1-fde5-4c84-8ecd-d62523b501ce&quot;:{&quot;type&quot;:&quot;FIGURE_OBJECT&quot;,&quot;id&quot;:&quot;2a1c52b1-fde5-4c84-8ecd-d62523b501ce&quot;,&quot;parent&quot;:{&quot;type&quot;:&quot;CHILD&quot;,&quot;parentId&quot;:&quot;4a93608b-70b5-43a1-b4cf-6b4f5c3cb2a5&quot;,&quot;order&quot;:&quot;9996&quot;},&quot;relativeTransform&quot;:{&quot;translate&quot;:{&quot;x&quot;:-77.44126748296327,&quot;y&quot;:-56.20199159297426},&quot;rotate&quot;:0}},&quot;be3279e4-ed36-4533-8665-c1acfc059c2e&quot;:{&quot;type&quot;:&quot;FIGURE_OBJECT&quot;,&quot;id&quot;:&quot;be3279e4-ed36-4533-8665-c1acfc059c2e&quot;,&quot;parent&quot;:{&quot;type&quot;:&quot;CROP&quot;,&quot;parentId&quot;:&quot;2a1c52b1-fde5-4c84-8ecd-d62523b501ce&quot;,&quot;order&quot;:&quot;5&quot;},&quot;relativeTransform&quot;:{&quot;translate&quot;:{&quot;x&quot;:20.952694169332133,&quot;y&quot;:5.523696188188541},&quot;rotate&quot;:0,&quot;skewX&quot;:0,&quot;scale&quot;:{&quot;x&quot;:25.016873954825584,&quot;y&quot;:25.792546671060165}},&quot;path&quot;:{&quot;type&quot;:&quot;ELLIPSE&quot;,&quot;size&quot;:{&quot;x&quot;:2,&quot;y&quot;:2}},&quot;pathStyles&quot;:[{&quot;type&quot;:&quot;FILL&quot;,&quot;fillStyle&quot;:&quot;#fff&quot;}],&quot;isFrozen&quot;:true},&quot;0ca1e972-ae01-489e-89c8-66932745ebba&quot;:{&quot;relativeTransform&quot;:{&quot;translate&quot;:{&quot;x&quot;:16.758010019015273,&quot;y&quot;:-7.226705048653586},&quot;rotate&quot;:1.5707963267948966},&quot;type&quot;:&quot;FIGURE_OBJECT&quot;,&quot;id&quot;:&quot;0ca1e972-ae01-489e-89c8-66932745ebba&quot;,&quot;name&quot;:&quot;dsDNA brush 1 (straight)&quot;,&quot;displayName&quot;:&quot;dsDNA brush (straight)&quot;,&quot;opacity&quot;:1,&quot;source&quot;:{&quot;id&quot;:&quot;5e75573302a72400a91d3c9b&quot;,&quot;type&quot;:&quot;ASSETS&quot;},&quot;path&quot;:{&quot;type&quot;:&quot;POLY_LINE&quot;,&quot;points&quot;:[{&quot;x&quot;:-18.392968102713326,&quot;y&quot;:-7.227831638473998},{&quot;x&quot;:1.5410711307774172,&quot;y&quot;:-5.9717633737383125},{&quot;x&quot;:0.5294290367595073,&quot;y&quot;:9.409058887248648},{&quot;x&quot;:11.951558005947913,&quot;y&quot;:7.701588170752342},{&quot;x&quot;:20.679478917454645,&quot;y&quot;:14.615875917387024},{&quot;x&quot;:25.59918985505513,&quot;y&quot;:1.535402045054677},{&quot;x&quot;:15.31227774494039,&quot;y&quot;:-5.512093341746481},{&quot;x&quot;:24.521426628593126,&quot;y&quot;:-18.566849229824115},{&quot;x&quot;:12.251088589424146,&quot;y&quot;:-22.263905429060237},{&quot;x&quot;:4.598927642699784,&quot;y&quot;:-35.00716662724742}],&quot;closed&quot;:false},&quot;pathStyles&quot;:[{&quot;type&quot;:&quot;FILL&quot;,&quot;fillStyle&quot;:&quot;rgba(0,0,0,0)&quot;},{&quot;type&quot;:&quot;STROKE&quot;,&quot;strokeStyle&quot;:&quot;rgba(0,0,0,0)&quot;,&quot;lineWidth&quot;:5.5736759773373725,&quot;lineJoin&quot;:&quot;round&quot;}],&quot;pathSmoothing&quot;:{&quot;type&quot;:&quot;CATMULL_SMOOTHING&quot;,&quot;smoothing&quot;:0.2},&quot;pathPattern&quot;:{&quot;type&quot;:&quot;ROW&quot;,&quot;patternId&quot;:&quot;ad08ecca-d95a-4a1e-a93c-29411936538a&quot;,&quot;patternTransform&quot;:{&quot;translate&quot;:{&quot;x&quot;:0.000027960239175948845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82920522,&quot;align&quot;:&quot;CENTER&quot;},&quot;isPremium&quot;:true},&quot;isLocked&quot;:false,&quot;parent&quot;:{&quot;type&quot;:&quot;CHILD&quot;,&quot;parentId&quot;:&quot;2a1c52b1-fde5-4c84-8ecd-d62523b501ce&quot;,&quot;order&quot;:&quot;5&quot;},&quot;isPremium&quot;:true,&quot;connectorInfo&quot;:{&quot;connectedObjects&quot;:[],&quot;type&quot;:&quot;LINE&quot;,&quot;offset&quot;:{&quot;x&quot;:0,&quot;y&quot;:0},&quot;bending&quot;:0.1,&quot;firstElementIsHead&quot;:true,&quot;customized&quot;:true}},&quot;6552c807-5fac-4cc5-8315-408d8c7b3c76&quot;:{&quot;type&quot;:&quot;FIGURE_OBJECT&quot;,&quot;id&quot;:&quot;6552c807-5fac-4cc5-8315-408d8c7b3c76&quot;,&quot;name&quot;:&quot;Eppendorf tube (1/3 liquid, open)&quot;,&quot;relativeTransform&quot;:{&quot;translate&quot;:{&quot;x&quot;:-121.61254352939322,&quot;y&quot;:-54.77119396270659},&quot;rotate&quot;:0,&quot;skewX&quot;:0,&quot;scale&quot;:{&quot;x&quot;:0.13519324763230872,&quot;y&quot;:0.1351932476323087}},&quot;opacity&quot;:1,&quot;image&quot;:{&quot;url&quot;:&quot;https://icons.biorender.com/biorender/5e41d7bee250000028d2f67b/20200210222445/image/eppendorf-tube-1-3-open.png&quot;,&quot;fallbackUrl&quot;:&quot;https://res.cloudinary.com/dlcjuc3ej/image/upload/v1581373485/m3ui4koc2z6ezukn2zik.svg#/keystone/api/icons/5e41d7bee250000028d2f67b/20200210222445/image/eppendorf-tube-1-3-open.svg&quot;,&quot;size&quot;:{&quot;x&quot;:248,&quot;y&quot;:443},&quot;isPremium&quot;:false},&quot;source&quot;:{&quot;id&quot;:&quot;5e41d7bee250000028d2f67b&quot;,&quot;type&quot;:&quot;ASSETS&quot;},&quot;pathStyles&quot;:[{&quot;type&quot;:&quot;FILL&quot;,&quot;fillStyle&quot;:&quot;rgb(0,0,0)&quot;}],&quot;isLocked&quot;:false,&quot;parent&quot;:{&quot;type&quot;:&quot;CHILD&quot;,&quot;parentId&quot;:&quot;4a93608b-70b5-43a1-b4cf-6b4f5c3cb2a5&quot;,&quot;order&quot;:&quot;9992&quot;}},&quot;53f8c97c-249a-4456-a77e-1c5533495638&quot;:{&quot;id&quot;:&quot;53f8c97c-249a-4456-a77e-1c5533495638&quot;,&quot;type&quot;:&quot;FIGURE_OBJECT&quot;,&quot;relativeTransform&quot;:{&quot;translate&quot;:{&quot;x&quot;:128.78506476136454,&quot;y&quot;:-97.51833144643581},&quot;rotate&quot;:0},&quot;text&quot;:{&quot;textData&quot;:{&quot;lineSpacing&quot;:&quot;normal&quot;,&quot;alignment&quot;:&quot;right&quot;,&quot;lines&quot;:[{&quot;runs&quot;:[{&quot;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,&quot;range&quot;:[0,18]}],&quot;text&quot;:&quot;Library preparation&quot;,&quot;base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75.72773373809397,&quot;y&quot;:10.40419515769643},&quot;targetSize&quot;:{&quot;x&quot;:75.72773373809397,&quot;y&quot;:10.40419515769643},&quot;verticalAlign&quot;:&quot;TOP&quot;},&quot;parent&quot;:{&quot;type&quot;:&quot;CHILD&quot;,&quot;parentId&quot;:&quot;4a93608b-70b5-43a1-b4cf-6b4f5c3cb2a5&quot;,&quot;order&quot;:&quot;999&quot;}},&quot;4425369e-4844-4cee-a231-54df0e01550b&quot;:{&quot;id&quot;:&quot;4425369e-4844-4cee-a231-54df0e01550b&quot;,&quot;type&quot;:&quot;FIGURE_OBJECT&quot;,&quot;relativeTransform&quot;:{&quot;translate&quot;:{&quot;x&quot;:154.68849054166841,&quot;y&quot;:-106.75602219163123},&quot;rotate&quot;:0},&quot;text&quot;:{&quot;textData&quot;:{&quot;lineSpacing&quot;:&quot;normal&quot;,&quot;alignment&quot;:&quot;right&quot;,&quot;lines&quot;:[{&quot;runs&quot;:[{&quot;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,&quot;range&quot;:[0,6]}],&quot;text&quot;:&quot;Step 2:&quot;,&quot;base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23.920882177486217,&quot;y&quot;:8.917881563739796},&quot;targetSize&quot;:{&quot;x&quot;:23.920882177486217,&quot;y&quot;:8.917881563739796},&quot;verticalAlign&quot;:&quot;TOP&quot;},&quot;parent&quot;:{&quot;type&quot;:&quot;CHILD&quot;,&quot;parentId&quot;:&quot;4a93608b-70b5-43a1-b4cf-6b4f5c3cb2a5&quot;,&quot;order&quot;:&quot;99&quot;}},&quot;73eba419-b738-4bbb-b56a-6827b6eb3a7d&quot;:{&quot;id&quot;:&quot;73eba419-b738-4bbb-b56a-6827b6eb3a7d&quot;,&quot;type&quot;:&quot;FIGURE_OBJECT&quot;,&quot;relativeTransform&quot;:{&quot;translate&quot;:{&quot;x&quot;:-154.2548112313769,&quot;y&quot;:-106.75603001128667},&quot;rotate&quot;:0},&quot;text&quot;:{&quot;textData&quot;:{&quot;lineSpacing&quot;:&quot;normal&quot;,&quot;alignment&quot;:&quot;left&quot;,&quot;lines&quot;:[{&quot;runs&quot;:[{&quot;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,&quot;range&quot;:[0,6]}],&quot;text&quot;:&quot;Step 1:&quot;,&quot;base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23.92822190414223,&quot;y&quot;:8.917881563739796},&quot;targetSize&quot;:{&quot;x&quot;:23.92822190414223,&quot;y&quot;:8.917881563739796},&quot;verticalAlign&quot;:&quot;TOP&quot;},&quot;parent&quot;:{&quot;type&quot;:&quot;CHILD&quot;,&quot;parentId&quot;:&quot;4a93608b-70b5-43a1-b4cf-6b4f5c3cb2a5&quot;,&quot;order&quot;:&quot;98&quot;}},&quot;1a59c9c8-0767-4d04-b575-3e963968b382&quot;:{&quot;type&quot;:&quot;FIGURE_OBJECT&quot;,&quot;id&quot;:&quot;1a59c9c8-0767-4d04-b575-3e963968b382&quot;,&quot;relativeTransform&quot;:{&quot;translate&quot;:{&quot;x&quot;:-88.61299943096029,&quot;y&quot;:-0.05779082339208955},&quot;rotate&quot;:-1.570796326794897},&quot;opacity&quot;:1,&quot;path&quot;:{&quot;type&quot;:&quot;POLY_LINE&quot;,&quot;points&quot;:[{&quot;x&quot;:0,&quot;y&quot;:-86.40625897618914},{&quot;x&quot;:0,&quot;y&quot;:86.4062589761891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EAEAEA00&quot;,&quot;1&quot;:&quot;#EAEAEA&quot;,&quot;0.45&quot;:&quot;#EAEAEA&quot;}},&quot;lineWidth&quot;:4.458940781869898,&quot;lineJoin&quot;:&quot;round&quot;}],&quot;isLocked&quot;:false,&quot;parent&quot;:{&quot;type&quot;:&quot;CHILD&quot;,&quot;parentId&quot;:&quot;4a93608b-70b5-43a1-b4cf-6b4f5c3cb2a5&quot;,&quot;order&quot;:&quot;4&quot;},&quot;connectorInfo&quot;:{&quot;connectedObjects&quot;:[],&quot;type&quot;:&quot;LINE&quot;,&quot;offset&quot;:{&quot;x&quot;:0,&quot;y&quot;:0},&quot;bending&quot;:0.1,&quot;firstElementIsHead&quot;:true,&quot;customized&quot;:false}},&quot;e07378ab-05a6-4ee1-89d4-ef6068f1318e&quot;:{&quot;type&quot;:&quot;FIGURE_OBJECT&quot;,&quot;id&quot;:&quot;e07378ab-05a6-4ee1-89d4-ef6068f1318e&quot;,&quot;relativeTransform&quot;:{&quot;translate&quot;:{&quot;x&quot;:88.27328847237315,&quot;y&quot;:-0.04768134254265962},&quot;rotate&quot;:1.5707963267948966},&quot;opacity&quot;:1,&quot;path&quot;:{&quot;type&quot;:&quot;POLY_LINE&quot;,&quot;points&quot;:[{&quot;x&quot;:0,&quot;y&quot;:-88.03608363560133},{&quot;x&quot;:0,&quot;y&quot;:88.03608363560133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EAEAEA00&quot;,&quot;1&quot;:&quot;#EAEAEA&quot;,&quot;0.45&quot;:&quot;#EAEAEA&quot;}},&quot;lineWidth&quot;:4.458940781869898,&quot;lineJoin&quot;:&quot;round&quot;}],&quot;isLocked&quot;:false,&quot;parent&quot;:{&quot;type&quot;:&quot;CHILD&quot;,&quot;parentId&quot;:&quot;4a93608b-70b5-43a1-b4cf-6b4f5c3cb2a5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cc12d673-29bd-4cda-bbce-035dce13f8b5&quot;:{&quot;type&quot;:&quot;FIGURE_OBJECT&quot;,&quot;id&quot;:&quot;cc12d673-29bd-4cda-bbce-035dce13f8b5&quot;,&quot;relativeTransform&quot;:{&quot;translate&quot;:{&quot;x&quot;:-0.010279314461290458,&quot;y&quot;:62.64002876701003},&quot;rotate&quot;:3.141592653589793},&quot;opacity&quot;:1,&quot;path&quot;:{&quot;type&quot;:&quot;POLY_LINE&quot;,&quot;points&quot;:[{&quot;x&quot;:0,&quot;y&quot;:-59.980845129528376},{&quot;x&quot;:0,&quot;y&quot;:59.980845129528376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EAEAEA00&quot;,&quot;1&quot;:&quot;#EAEAEA&quot;,&quot;0.45&quot;:&quot;#EAEAEA&quot;}},&quot;lineWidth&quot;:4.458940781869898,&quot;lineJoin&quot;:&quot;round&quot;}],&quot;isLocked&quot;:false,&quot;parent&quot;:{&quot;type&quot;:&quot;CHILD&quot;,&quot;parentId&quot;:&quot;4a93608b-70b5-43a1-b4cf-6b4f5c3cb2a5&quot;,&quot;order&quot;:&quot;4&quot;},&quot;connectorInfo&quot;:{&quot;connectedObjects&quot;:[],&quot;type&quot;:&quot;LINE&quot;,&quot;offset&quot;:{&quot;x&quot;:0,&quot;y&quot;:0},&quot;bending&quot;:0.1,&quot;firstElementIsHead&quot;:true,&quot;customized&quot;:false}},&quot;1dee6932-53ad-45c4-babc-0405557268ee&quot;:{&quot;type&quot;:&quot;FIGURE_OBJECT&quot;,&quot;id&quot;:&quot;1dee6932-53ad-45c4-babc-0405557268ee&quot;,&quot;relativeTransform&quot;:{&quot;translate&quot;:{&quot;x&quot;:-0.00016983361184151496,&quot;y&quot;:-64.49790312167718},&quot;rotate&quot;:0},&quot;opacity&quot;:1,&quot;path&quot;:{&quot;type&quot;:&quot;POLY_LINE&quot;,&quot;points&quot;:[{&quot;x&quot;:0,&quot;y&quot;:-59.980845129528376},{&quot;x&quot;:0,&quot;y&quot;:59.980845129528376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EAEAEA00&quot;,&quot;1&quot;:&quot;#EAEAEA&quot;,&quot;0.45&quot;:&quot;#EAEAEA&quot;}},&quot;lineWidth&quot;:4.458940781869898,&quot;lineJoin&quot;:&quot;round&quot;}],&quot;isLocked&quot;:false,&quot;parent&quot;:{&quot;type&quot;:&quot;CHILD&quot;,&quot;parentId&quot;:&quot;4a93608b-70b5-43a1-b4cf-6b4f5c3cb2a5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6b97a0dc-e9ef-4de9-b4f6-914d5d59a98c&quot;:{&quot;type&quot;:&quot;FIGURE_OBJECT&quot;,&quot;id&quot;:&quot;6b97a0dc-e9ef-4de9-b4f6-914d5d59a98c&quot;,&quot;relativeTransform&quot;:{&quot;translate&quot;:{&quot;x&quot;:-0.00001262408364566064,&quot;y&quot;:0.027716933289244856},&quot;rotate&quot;:0},&quot;opacity&quot;:1,&quot;path&quot;:{&quot;type&quot;:&quot;RECT&quot;,&quot;size&quot;:{&quot;x&quot;:122.86263179734762,&quot;y&quot;:41.98835902927486},&quot;cornerRounding&quot;:{&quot;type&quot;:&quot;ARC_LENGTH&quot;,&quot;global&quot;:10.126153605691346},&quot;selectedObjectIds&quot;:[&quot;0b521348-a4d6-4d32-ae98-89d155a30fda&quot;]},&quot;pathStyles&quot;:[{&quot;type&quot;:&quot;FILL&quot;,&quot;fillStyle&quot;:&quot;rgb(244, 247, 255)&quot;},{&quot;type&quot;:&quot;STROKE&quot;,&quot;strokeStyle&quot;:&quot;rgba(0,0,0,0)&quot;,&quot;lineWidth&quot;:0.7431567969783163,&quot;lineJoin&quot;:&quot;round&quot;}],&quot;isLocked&quot;:false,&quot;parent&quot;:{&quot;type&quot;:&quot;CHILD&quot;,&quot;parentId&quot;:&quot;4a93608b-70b5-43a1-b4cf-6b4f5c3cb2a5&quot;,&quot;order&quot;:&quot;95&quot;},&quot;layout&quot;:{&quot;sizeRatio&quot;:{&quot;x&quot;:0.88,&quot;y&quot;:0.88},&quot;keepAspectRatio&quot;:false}},&quot;ba474a95-bb82-4434-af52-4b166f6b1811&quot;:{&quot;id&quot;:&quot;ba474a95-bb82-4434-af52-4b166f6b1811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89963302234864,&quot;color&quot;:&quot;rgba(58,104,174,1)&quot;,&quot;fontWeight&quot;:&quot;bold&quot;,&quot;fontStyle&quot;:&quot;normal&quot;,&quot;decoration&quot;:&quot;none&quot;,&quot;script&quot;:&quot;none&quot;},&quot;range&quot;:[0,34]}],&quot;text&quot;:&quot;Next Generation Sequencing Workflow&quot;,&quot;baseStyle&quot;:{&quot;fontFamily&quot;:&quot;Roboto&quot;,&quot;fontSize&quot;:10.89963302234864,&quot;color&quot;:&quot;rgba(58,104,174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108.11911598166589,&quot;y&quot;:24.950250863885337},&quot;targetSize&quot;:{&quot;x&quot;:108.11911598166589,&quot;y&quot;:2},&quot;verticalAlign&quot;:&quot;TOP&quot;},&quot;parent&quot;:{&quot;type&quot;:&quot;CHILD&quot;,&quot;parentId&quot;:&quot;6b97a0dc-e9ef-4de9-b4f6-914d5d59a98c&quot;,&quot;order&quot;:&quot;5&quot;}},&quot;db3d186c-66d8-4593-972a-a2b7e4fbb26a&quot;:{&quot;id&quot;:&quot;db3d186c-66d8-4593-972a-a2b7e4fbb26a&quot;,&quot;type&quot;:&quot;FIGURE_OBJECT&quot;,&quot;parent&quot;:{&quot;type&quot;:&quot;CHILD&quot;,&quot;parentId&quot;:&quot;784451d6-e863-47b3-a767-f6e0184f98b8&quot;,&quot;order&quot;:&quot;5&quot;},&quot;layout&quot;:{&quot;sizeRatio&quot;:{&quot;x&quot;:0.88,&quot;y&quot;:0.88},&quot;keepAspectRatio&quot;:false},&quot;assetId&quot;:&quot;67a670e7d29a38de068e5adf&quot;,&quot;relativeTransform&quot;:{&quot;translate&quot;:{&quot;x&quot;:-230.7230922706489,&quot;y&quot;:-135.76833113626193},&quot;rotate&quot;:0,&quot;skewX&quot;:0,&quot;scale&quot;:{&quot;x&quot;:1,&quot;y&quot;:1}}},&quot;d5c39a67-31a3-4819-81d5-f402dffc4491&quot;:{&quot;type&quot;:&quot;FIGURE_OBJECT&quot;,&quot;id&quot;:&quot;d5c39a67-31a3-4819-81d5-f402dffc4491&quot;,&quot;parent&quot;:{&quot;type&quot;:&quot;CHILD&quot;,&quot;parentId&quot;:&quot;db3d186c-66d8-4593-972a-a2b7e4fbb26a&quot;,&quot;order&quot;:&quot;99999999982&quot;},&quot;relativeTransform&quot;:{&quot;translate&quot;:{&quot;x&quot;:0,&quot;y&quot;:0},&quot;rotate&quot;:0}},&quot;f9f1e66b-ad2c-4a15-85ec-2d9c7d7d2676&quot;:{&quot;id&quot;:&quot;f9f1e66b-ad2c-4a15-85ec-2d9c7d7d2676&quot;,&quot;name&quot;:&quot;Laser&quot;,&quot;displayName&quot;:&quot;&quot;,&quot;type&quot;:&quot;FIGURE_OBJECT&quot;,&quot;relativeTransform&quot;:{&quot;translate&quot;:{&quot;x&quot;:19.653418432862217,&quot;y&quot;:98.6242100227072},&quot;rotate&quot;:0,&quot;skewX&quot;:0,&quot;scale&quot;:{&quot;x&quot;:0.2519988081838516,&quot;y&quot;:0.2519988081838516}},&quot;image&quot;:{&quot;url&quot;:&quot;https://icons.biorender.com/biorender/63288a9a323c610028b9b655/laser.png&quot;,&quot;fallbackUrl&quot;:&quot;https://res.cloudinary.com/dlcjuc3ej/image/upload/v1663601304/pojonge7dtiqjvjapm8f.svg#/keystone/api/icons/63288a9a323c610028b9b655/laser.svg&quot;,&quot;isPremium&quot;:false,&quot;size&quot;:{&quot;x&quot;:50,&quot;y&quot;:17}},&quot;source&quot;:{&quot;id&quot;:&quot;63288a6b323c610028b9b653&quot;,&quot;type&quot;:&quot;ASSETS&quot;},&quot;isPremium&quot;:false,&quot;parent&quot;:{&quot;type&quot;:&quot;CHILD&quot;,&quot;parentId&quot;:&quot;d5c39a67-31a3-4819-81d5-f402dffc4491&quot;,&quot;order&quot;:&quot;5&quot;}},&quot;902229db-69e3-40d6-b712-7e025d20bd30&quot;:{&quot;type&quot;:&quot;FIGURE_OBJECT&quot;,&quot;id&quot;:&quot;902229db-69e3-40d6-b712-7e025d20bd30&quot;,&quot;name&quot;:&quot;Laser beam&quot;,&quot;relativeTransform&quot;:{&quot;translate&quot;:{&quot;x&quot;:39.87592520224091,&quot;y&quot;:98.71443968486003},&quot;rotate&quot;:0,&quot;skewX&quot;:0,&quot;scale&quot;:{&quot;x&quot;:0.03034643472691034,&quot;y&quot;:0.01412698297873349}},&quot;opacity&quot;:1,&quot;image&quot;:{&quot;url&quot;:&quot;https://icons.biorender.com/biorender/5a9d6f921972f0001466efa1/laser-beam.png&quot;,&quot;fallbackUrl&quot;:&quot;https://res.cloudinary.com/dlcjuc3ej/image/upload/v1520267151/pfuql3ankxqu9c1jdrkm.svg#/keystone/api/icons/5a9d6f921972f0001466efa1/laser-beam.svg&quot;,&quot;size&quot;:{&quot;x&quot;:1087,&quot;y&quot;:77},&quot;isPremium&quot;:false},&quot;source&quot;:{&quot;id&quot;:&quot;5a9d6f67a7596b0014af678b&quot;,&quot;type&quot;:&quot;ASSETS&quot;},&quot;pathStyles&quot;:[{&quot;type&quot;:&quot;FILL&quot;,&quot;fillStyle&quot;:&quot;rgb(0,0,0)&quot;}],&quot;isLocked&quot;:false,&quot;parent&quot;:{&quot;type&quot;:&quot;CHILD&quot;,&quot;parentId&quot;:&quot;d5c39a67-31a3-4819-81d5-f402dffc4491&quot;,&quot;order&quot;:&quot;2&quot;}},&quot;607bf0a8-71c6-4bfe-a5a1-14d83212f7cc&quot;:{&quot;type&quot;:&quot;FIGURE_OBJECT&quot;,&quot;id&quot;:&quot;607bf0a8-71c6-4bfe-a5a1-14d83212f7cc&quot;,&quot;parent&quot;:{&quot;type&quot;:&quot;CHILD&quot;,&quot;parentId&quot;:&quot;db3d186c-66d8-4593-972a-a2b7e4fbb26a&quot;,&quot;order&quot;:&quot;999999999825&quot;},&quot;relativeTransform&quot;:{&quot;translate&quot;:{&quot;x&quot;:0,&quot;y&quot;:0},&quot;rotate&quot;:0}},&quot;7f011b30-52fa-4bc1-9d6d-f718ab5b59e4&quot;:{&quot;id&quot;:&quot;7f011b30-52fa-4bc1-9d6d-f718ab5b59e4&quot;,&quot;name&quot;:&quot;Laser&quot;,&quot;displayName&quot;:&quot;&quot;,&quot;type&quot;:&quot;FIGURE_OBJECT&quot;,&quot;relativeTransform&quot;:{&quot;translate&quot;:{&quot;x&quot;:22.05528552967707,&quot;y&quot;:106.10093378234946},&quot;rotate&quot;:-0.45642677403887794,&quot;skewX&quot;:-1.6390210549856345e-16,&quot;scale&quot;:{&quot;x&quot;:0.2519988081838517,&quot;y&quot;:0.2519988081838519}},&quot;image&quot;:{&quot;url&quot;:&quot;https://icons.biorender.com/biorender/63288a9a323c610028b9b655/laser.png&quot;,&quot;fallbackUrl&quot;:&quot;https://res.cloudinary.com/dlcjuc3ej/image/upload/v1663601304/pojonge7dtiqjvjapm8f.svg#/keystone/api/icons/63288a9a323c610028b9b655/laser.svg&quot;,&quot;isPremium&quot;:false,&quot;size&quot;:{&quot;x&quot;:50,&quot;y&quot;:17}},&quot;source&quot;:{&quot;id&quot;:&quot;63288a6b323c610028b9b653&quot;,&quot;type&quot;:&quot;ASSETS&quot;},&quot;isPremium&quot;:false,&quot;parent&quot;:{&quot;type&quot;:&quot;CHILD&quot;,&quot;parentId&quot;:&quot;607bf0a8-71c6-4bfe-a5a1-14d83212f7cc&quot;,&quot;order&quot;:&quot;5&quot;}},&quot;97693d1a-5c09-4689-b600-8db852652eea&quot;:{&quot;type&quot;:&quot;FIGURE_OBJECT&quot;,&quot;id&quot;:&quot;97693d1a-5c09-4689-b600-8db852652eea&quot;,&quot;name&quot;:&quot;Laser beam&quot;,&quot;relativeTransform&quot;:{&quot;translate&quot;:{&quot;x&quot;:39.27713620839411,&quot;y&quot;:97.6584674219334},&quot;rotate&quot;:-0.45642677403887827,&quot;skewX&quot;:2.94330272038143e-17,&quot;scale&quot;:{&quot;x&quot;:0.030346434726910343,&quot;y&quot;:0.014126982978733497}},&quot;opacity&quot;:1,&quot;image&quot;:{&quot;url&quot;:&quot;https://icons.cdn.biorender.com/biorender/5a9d6f921972f0001466efa0/5a9d6f67a7596b0014af678b.png&quot;,&quot;fallbackUrl&quot;:&quot;sources/icons/5a9d6f921972f0001466efa0/5a9d6f67a7596b0014af678b.svg&quot;,&quot;size&quot;:{&quot;x&quot;:1087,&quot;y&quot;:77},&quot;isPremium&quot;:false},&quot;source&quot;:{&quot;id&quot;:&quot;5a9d6f67a7596b0014af678b&quot;,&quot;type&quot;:&quot;ASSETS&quot;},&quot;pathStyles&quot;:[{&quot;type&quot;:&quot;FILL&quot;,&quot;fillStyle&quot;:&quot;rgb(0,0,0)&quot;}],&quot;isLocked&quot;:false,&quot;parent&quot;:{&quot;type&quot;:&quot;CHILD&quot;,&quot;parentId&quot;:&quot;607bf0a8-71c6-4bfe-a5a1-14d83212f7cc&quot;,&quot;order&quot;:&quot;2&quot;}},&quot;88bf9783-3d2c-489c-a2b4-741e7210cd67&quot;:{&quot;type&quot;:&quot;FIGURE_OBJECT&quot;,&quot;id&quot;:&quot;88bf9783-3d2c-489c-a2b4-741e7210cd67&quot;,&quot;parent&quot;:{&quot;type&quot;:&quot;CHILD&quot;,&quot;parentId&quot;:&quot;db3d186c-66d8-4593-972a-a2b7e4fbb26a&quot;,&quot;order&quot;:&quot;999999999999&quot;},&quot;relativeTransform&quot;:{&quot;translate&quot;:{&quot;x&quot;:-1.1773135884047239,&quot;y&quot;:0},&quot;rotate&quot;:0}},&quot;e8403bb8-a574-4546-b126-885a123fdd54&quot;:{&quot;type&quot;:&quot;FIGURE_OBJECT&quot;,&quot;id&quot;:&quot;e8403bb8-a574-4546-b126-885a123fdd54&quot;,&quot;relativeTransform&quot;:{&quot;translate&quot;:{&quot;x&quot;:125.19025573561785,&quot;y&quot;:-68.06125395358715},&quot;rotate&quot;:1.5445557124983713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88bf9783-3d2c-489c-a2b4-741e7210cd67&quot;,&quot;order&quot;:&quot;7&quot;}},&quot;77061edd-565a-4d18-87d2-2ce9aa941683&quot;:{&quot;type&quot;:&quot;FIGURE_OBJECT&quot;,&quot;id&quot;:&quot;77061edd-565a-4d18-87d2-2ce9aa941683&quot;,&quot;relativeTransform&quot;:{&quot;translate&quot;:{&quot;x&quot;:0,&quot;y&quot;:0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e8403bb8-a574-4546-b126-885a123fdd54&quot;,&quot;order&quot;:&quot;5&quot;}},&quot;09f89676-00d6-4267-a072-93887116e789&quot;:{&quot;type&quot;:&quot;FIGURE_OBJECT&quot;,&quot;id&quot;:&quot;09f89676-00d6-4267-a072-93887116e789&quot;,&quot;relativeTransform&quot;:{&quot;translate&quot;:{&quot;x&quot;:2.2320410192358445e-14,&quot;y&quot;:-7.200132320115646e-16},&quot;rotate&quot;:0,&quot;skewX&quot;:8.724697280230217e-16},&quot;opacity&quot;:0.57,&quot;path&quot;:{&quot;type&quot;:&quot;ELLIPSE&quot;,&quot;size&quot;:{&quot;x&quot;:1.2197992670428457,&quot;y&quot;:1.219799267042849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77061edd-565a-4d18-87d2-2ce9aa941683&quot;,&quot;order&quot;:&quot;7&quot;}},&quot;29f8a100-5782-4610-a17e-db1ca213d731&quot;:{&quot;type&quot;:&quot;FIGURE_OBJECT&quot;,&quot;id&quot;:&quot;29f8a100-5782-4610-a17e-db1ca213d731&quot;,&quot;relativeTransform&quot;:{&quot;translate&quot;:{&quot;x&quot;:-1.3800253613554934e-14,&quot;y&quot;:2.2320410192358505e-14},&quot;rotate&quot;:0,&quot;skewX&quot;:8.724697280230217e-16},&quot;opacity&quot;:0.57,&quot;path&quot;:{&quot;type&quot;:&quot;ELLIPSE&quot;,&quot;size&quot;:{&quot;x&quot;:1.489787315269438,&quot;y&quot;:1.4681961947582907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77061edd-565a-4d18-87d2-2ce9aa941683&quot;,&quot;order&quot;:&quot;5&quot;}},&quot;a96a9b29-f172-4d3a-b6fe-6671b816be1c&quot;:{&quot;type&quot;:&quot;FIGURE_OBJECT&quot;,&quot;id&quot;:&quot;a96a9b29-f172-4d3a-b6fe-6671b816be1c&quot;,&quot;relativeTransform&quot;:{&quot;translate&quot;:{&quot;x&quot;:-1.8000330800289082e-15,&quot;y&quot;:-1.800033080028912e-15},&quot;rotate&quot;:0,&quot;skewX&quot;:8.724697280230217e-16},&quot;opacity&quot;:0.3,&quot;path&quot;:{&quot;type&quot;:&quot;ELLIPSE&quot;,&quot;size&quot;:{&quot;x&quot;:1.899622437632484,&quot;y&quot;:1.8996224376324902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77061edd-565a-4d18-87d2-2ce9aa941683&quot;,&quot;order&quot;:&quot;2&quot;}},&quot;d8ebb36b-e41f-4adc-b76f-3ed6d95bac11&quot;:{&quot;type&quot;:&quot;FIGURE_OBJECT&quot;,&quot;id&quot;:&quot;d8ebb36b-e41f-4adc-b76f-3ed6d95bac11&quot;,&quot;name&quot;:&quot;Sphere&quot;,&quot;relativeTransform&quot;:{&quot;translate&quot;:{&quot;x&quot;:-7.620140038789031e-14,&quot;y&quot;:4.2120774072676525e-14},&quot;rotate&quot;:-0.057805044765739444,&quot;skewX&quot;:1.1395743633224158e-15,&quot;scale&quot;:{&quot;x&quot;:0.00975402358442598,&quot;y&quot;:0.009754023584426038}},&quot;opacity&quot;:1,&quot;image&quot;:{&quot;url&quot;:&quot;https://icons.biorender.com/biorender/5bdc6fec8241011200c7f505/sphere.png&quot;,&quot;fallbackUrl&quot;:&quot;https://res.cloudinary.com/dlcjuc3ej/image/upload/v1541173223/ugolkltfhigo2xqof4q2.svg#/keystone/api/icons/5bdc6fec8241011200c7f505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8403bb8-a574-4546-b126-885a123fdd54&quot;,&quot;order&quot;:&quot;2&quot;}},&quot;7571a1cd-f3ab-4774-b932-769894e119fc&quot;:{&quot;type&quot;:&quot;FIGURE_OBJECT&quot;,&quot;id&quot;:&quot;7571a1cd-f3ab-4774-b932-769894e119fc&quot;,&quot;name&quot;:&quot;Antibody (round style)&quot;,&quot;relativeTransform&quot;:{&quot;translate&quot;:{&quot;x&quot;:122.3146322014111,&quot;y&quot;:-67.88757703201136},&quot;rotate&quot;:-1.6548419858571621,&quot;skewX&quot;:1.5327202782113752e-15,&quot;scale&quot;:{&quot;x&quot;:0.022252187205831362,&quot;y&quot;:0.02220812346879013}},&quot;opacity&quot;:1,&quot;image&quot;:{&quot;url&quot;:&quot;https://icons.biorender.com/biorender/5b43ad5344457700149c1cd2/antibody-round-style.png&quot;,&quot;fallbackUrl&quot;:&quot;https://res.cloudinary.com/dlcjuc3ej/image/upload/v1531161933/zpn7vzxgtovwxwksxjk1.svg#/keystone/api/icons/5b43ad5344457700149c1cd2/antibody-round-style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88bf9783-3d2c-489c-a2b4-741e7210cd67&quot;,&quot;order&quot;:&quot;6&quot;}},&quot;170d1e04-4981-4753-a3b8-a05d5a54bb7d&quot;:{&quot;type&quot;:&quot;FIGURE_OBJECT&quot;,&quot;id&quot;:&quot;170d1e04-4981-4753-a3b8-a05d5a54bb7d&quot;,&quot;relativeTransform&quot;:{&quot;translate&quot;:{&quot;x&quot;:119.70021321631972,&quot;y&quot;:-62.770049793882094},&quot;rotate&quot;:2.450216264503374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88bf9783-3d2c-489c-a2b4-741e7210cd67&quot;,&quot;order&quot;:&quot;5&quot;}},&quot;8a2a8ead-19df-4d4d-b985-75dcfc1fbfd8&quot;:{&quot;type&quot;:&quot;FIGURE_OBJECT&quot;,&quot;id&quot;:&quot;8a2a8ead-19df-4d4d-b985-75dcfc1fbfd8&quot;,&quot;relativeTransform&quot;:{&quot;translate&quot;:{&quot;x&quot;:0,&quot;y&quot;:0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170d1e04-4981-4753-a3b8-a05d5a54bb7d&quot;,&quot;order&quot;:&quot;5&quot;}},&quot;64f15e2e-a417-4f22-afbe-63271061411e&quot;:{&quot;type&quot;:&quot;FIGURE_OBJECT&quot;,&quot;id&quot;:&quot;64f15e2e-a417-4f22-afbe-63271061411e&quot;,&quot;relativeTransform&quot;:{&quot;translate&quot;:{&quot;x&quot;:2.232041019235846e-14,&quot;y&quot;:-7.200132320115636e-16},&quot;rotate&quot;:0,&quot;skewX&quot;:2.369770495131757e-16},&quot;opacity&quot;:0.57,&quot;path&quot;:{&quot;type&quot;:&quot;ELLIPSE&quot;,&quot;size&quot;:{&quot;x&quot;:1.2197992670428468,&quot;y&quot;:1.2197992670428475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8a2a8ead-19df-4d4d-b985-75dcfc1fbfd8&quot;,&quot;order&quot;:&quot;7&quot;}},&quot;daad232c-c521-4f68-a351-023a0125f1ab&quot;:{&quot;type&quot;:&quot;FIGURE_OBJECT&quot;,&quot;id&quot;:&quot;daad232c-c521-4f68-a351-023a0125f1ab&quot;,&quot;relativeTransform&quot;:{&quot;translate&quot;:{&quot;x&quot;:-1.380025361355496e-14,&quot;y&quot;:2.232041019235847e-14},&quot;rotate&quot;:0,&quot;skewX&quot;:2.369770495131757e-16},&quot;opacity&quot;:0.57,&quot;path&quot;:{&quot;type&quot;:&quot;ELLIPSE&quot;,&quot;size&quot;:{&quot;x&quot;:1.4897873152694394,&quot;y&quot;:1.4681961947582887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8a2a8ead-19df-4d4d-b985-75dcfc1fbfd8&quot;,&quot;order&quot;:&quot;5&quot;}},&quot;66766e3a-e11b-4fa9-824a-47be273f97de&quot;:{&quot;type&quot;:&quot;FIGURE_OBJECT&quot;,&quot;id&quot;:&quot;66766e3a-e11b-4fa9-824a-47be273f97de&quot;,&quot;relativeTransform&quot;:{&quot;translate&quot;:{&quot;x&quot;:-1.8000330800289082e-15,&quot;y&quot;:-1.8000330800289094e-15},&quot;rotate&quot;:0,&quot;skewX&quot;:2.369770495131757e-16},&quot;opacity&quot;:0.3,&quot;path&quot;:{&quot;type&quot;:&quot;ELLIPSE&quot;,&quot;size&quot;:{&quot;x&quot;:1.8996224376324855,&quot;y&quot;:1.8996224376324875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8a2a8ead-19df-4d4d-b985-75dcfc1fbfd8&quot;,&quot;order&quot;:&quot;2&quot;}},&quot;067ad418-8738-4e2a-92cc-b7535a1789d6&quot;:{&quot;type&quot;:&quot;FIGURE_OBJECT&quot;,&quot;id&quot;:&quot;067ad418-8738-4e2a-92cc-b7535a1789d6&quot;,&quot;name&quot;:&quot;Sphere&quot;,&quot;relativeTransform&quot;:{&quot;translate&quot;:{&quot;x&quot;:-7.620140038789041e-14,&quot;y&quot;:4.2120774072676475e-14},&quot;rotate&quot;:-0.057805044765739305,&quot;skewX&quot;:7.656515253572468e-16,&quot;scale&quot;:{&quot;x&quot;:0.009754023584425989,&quot;y&quot;:0.009754023584426025}},&quot;opacity&quot;:1,&quot;image&quot;:{&quot;url&quot;:&quot;https://icons.biorender.com/biorender/5bdc6fec8241011200c7f505/sphere.png&quot;,&quot;fallbackUrl&quot;:&quot;https://res.cloudinary.com/dlcjuc3ej/image/upload/v1541173223/ugolkltfhigo2xqof4q2.svg#/keystone/api/icons/5bdc6fec8241011200c7f505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170d1e04-4981-4753-a3b8-a05d5a54bb7d&quot;,&quot;order&quot;:&quot;2&quot;}},&quot;a0be63f8-3b6b-42d8-9168-95c85227bdb2&quot;:{&quot;type&quot;:&quot;FIGURE_OBJECT&quot;,&quot;id&quot;:&quot;a0be63f8-3b6b-42d8-9168-95c85227bdb2&quot;,&quot;name&quot;:&quot;Antibody (round style)&quot;,&quot;relativeTransform&quot;:{&quot;translate&quot;:{&quot;x&quot;:117.78882149435609,&quot;y&quot;:-64.92549779111626},&quot;rotate&quot;:-0.7491814338521587,&quot;skewX&quot;:1.0948001987224091e-15,&quot;scale&quot;:{&quot;x&quot;:0.02225218720583138,&quot;y&quot;:0.022208123468790104}},&quot;opacity&quot;:1,&quot;image&quot;:{&quot;url&quot;:&quot;https://icons.cdn.biorender.com/biorender/5b43ad5344457700149c1ccf/5b43ab4244457700149c1cc7.png&quot;,&quot;fallbackUrl&quot;:&quot;sources/icons/5b43ad5344457700149c1ccf/5b43ab4244457700149c1cc7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88bf9783-3d2c-489c-a2b4-741e7210cd67&quot;,&quot;order&quot;:&quot;3&quot;}},&quot;a87b5fac-51f4-42fa-9083-4ba9724103a9&quot;:{&quot;type&quot;:&quot;FIGURE_OBJECT&quot;,&quot;id&quot;:&quot;a87b5fac-51f4-42fa-9083-4ba9724103a9&quot;,&quot;relativeTransform&quot;:{&quot;translate&quot;:{&quot;x&quot;:123.66946584837399,&quot;y&quot;:-63.845812291308214},&quot;rotate&quot;:0.19707603992926212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88bf9783-3d2c-489c-a2b4-741e7210cd67&quot;,&quot;order&quot;:&quot;2&quot;}},&quot;1b842bff-e234-4616-a993-89020729ebb9&quot;:{&quot;type&quot;:&quot;FIGURE_OBJECT&quot;,&quot;id&quot;:&quot;1b842bff-e234-4616-a993-89020729ebb9&quot;,&quot;relativeTransform&quot;:{&quot;translate&quot;:{&quot;x&quot;:0,&quot;y&quot;:0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a87b5fac-51f4-42fa-9083-4ba9724103a9&quot;,&quot;order&quot;:&quot;5&quot;}},&quot;b7675f49-dc4d-4920-89c9-0e3c6a46e902&quot;:{&quot;type&quot;:&quot;FIGURE_OBJECT&quot;,&quot;id&quot;:&quot;b7675f49-dc4d-4920-89c9-0e3c6a46e902&quot;,&quot;relativeTransform&quot;:{&quot;translate&quot;:{&quot;x&quot;:2.2320410192358464e-14,&quot;y&quot;:-7.200132320115638e-16},&quot;rotate&quot;:0,&quot;skewX&quot;:-3.598624863870377e-17},&quot;opacity&quot;:0.57,&quot;path&quot;:{&quot;type&quot;:&quot;ELLIPSE&quot;,&quot;size&quot;:{&quot;x&quot;:1.219799267042847,&quot;y&quot;:1.219799267042848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1b842bff-e234-4616-a993-89020729ebb9&quot;,&quot;order&quot;:&quot;7&quot;}},&quot;9e200b70-508e-4e3b-88a8-97ee3b3a5f36&quot;:{&quot;type&quot;:&quot;FIGURE_OBJECT&quot;,&quot;id&quot;:&quot;9e200b70-508e-4e3b-88a8-97ee3b3a5f36&quot;,&quot;relativeTransform&quot;:{&quot;translate&quot;:{&quot;x&quot;:-1.3800253613554969e-14,&quot;y&quot;:2.2320410192358476e-14},&quot;rotate&quot;:0,&quot;skewX&quot;:-3.598624863870377e-17},&quot;opacity&quot;:0.57,&quot;path&quot;:{&quot;type&quot;:&quot;ELLIPSE&quot;,&quot;size&quot;:{&quot;x&quot;:1.4897873152694399,&quot;y&quot;:1.468196194758289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1b842bff-e234-4616-a993-89020729ebb9&quot;,&quot;order&quot;:&quot;5&quot;}},&quot;a7f27a9c-7d2c-4a9b-ae15-f57ac44da082&quot;:{&quot;type&quot;:&quot;FIGURE_OBJECT&quot;,&quot;id&quot;:&quot;a7f27a9c-7d2c-4a9b-ae15-f57ac44da082&quot;,&quot;relativeTransform&quot;:{&quot;translate&quot;:{&quot;x&quot;:-1.8000330800289082e-15,&quot;y&quot;:-1.80003308002891e-15},&quot;rotate&quot;:0,&quot;skewX&quot;:-3.598624863870377e-17},&quot;opacity&quot;:0.3,&quot;path&quot;:{&quot;type&quot;:&quot;ELLIPSE&quot;,&quot;size&quot;:{&quot;x&quot;:1.8996224376324864,&quot;y&quot;:1.8996224376324877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1b842bff-e234-4616-a993-89020729ebb9&quot;,&quot;order&quot;:&quot;2&quot;}},&quot;778f3771-d6b6-42cc-aa0a-42523502169d&quot;:{&quot;type&quot;:&quot;FIGURE_OBJECT&quot;,&quot;id&quot;:&quot;778f3771-d6b6-42cc-aa0a-42523502169d&quot;,&quot;name&quot;:&quot;Sphere&quot;,&quot;relativeTransform&quot;:{&quot;translate&quot;:{&quot;x&quot;:-7.620140038789045e-14,&quot;y&quot;:4.212077407267649e-14},&quot;rotate&quot;:-0.057805044765739305,&quot;skewX&quot;:4.985637839535559e-16,&quot;scale&quot;:{&quot;x&quot;:0.00975402358442599,&quot;y&quot;:0.009754023584426025}},&quot;opacity&quot;:1,&quot;image&quot;:{&quot;url&quot;:&quot;https://icons.biorender.com/biorender/5bdc6fec8241011200c7f505/sphere.png&quot;,&quot;fallbackUrl&quot;:&quot;https://res.cloudinary.com/dlcjuc3ej/image/upload/v1541173223/ugolkltfhigo2xqof4q2.svg#/keystone/api/icons/5bdc6fec8241011200c7f505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87b5fac-51f4-42fa-9083-4ba9724103a9&quot;,&quot;order&quot;:&quot;2&quot;}},&quot;c8adab92-9c42-4d88-b8eb-13fb64a1dc22&quot;:{&quot;type&quot;:&quot;FIGURE_OBJECT&quot;,&quot;id&quot;:&quot;c8adab92-9c42-4d88-b8eb-13fb64a1dc22&quot;,&quot;name&quot;:&quot;Antibody (round style)&quot;,&quot;relativeTransform&quot;:{&quot;translate&quot;:{&quot;x&quot;:123.20197973169509,&quot;y&quot;:-61.003132021864545},&quot;rotate&quot;:-3.0023216584262706,&quot;skewX&quot;:8.484701540098665e-16,&quot;scale&quot;:{&quot;x&quot;:0.022252187205831386,&quot;y&quot;:0.02220812346879011}},&quot;opacity&quot;:1,&quot;image&quot;:{&quot;url&quot;:&quot;https://icons.cdn.biorender.com/biorender/5b43ad5344457700149c1ccc/5b43ab4244457700149c1cc7.png&quot;,&quot;fallbackUrl&quot;:&quot;sources/icons/5b43ad5344457700149c1ccc/5b43ab4244457700149c1cc7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88bf9783-3d2c-489c-a2b4-741e7210cd67&quot;,&quot;order&quot;:&quot;1&quot;}},&quot;96bd51ec-cb48-48f5-a513-f76ecf25ba6f&quot;:{&quot;type&quot;:&quot;FIGURE_OBJECT&quot;,&quot;id&quot;:&quot;96bd51ec-cb48-48f5-a513-f76ecf25ba6f&quot;,&quot;parent&quot;:{&quot;type&quot;:&quot;CHILD&quot;,&quot;parentId&quot;:&quot;db3d186c-66d8-4593-972a-a2b7e4fbb26a&quot;,&quot;order&quot;:&quot;99999999999994&quot;},&quot;relativeTransform&quot;:{&quot;translate&quot;:{&quot;x&quot;:0,&quot;y&quot;:0},&quot;rotate&quot;:0}},&quot;f6a42efb-952b-4da8-a69c-2be181064b05&quot;:{&quot;type&quot;:&quot;FIGURE_OBJECT&quot;,&quot;id&quot;:&quot;f6a42efb-952b-4da8-a69c-2be181064b05&quot;,&quot;name&quot;:&quot;Sphere&quot;,&quot;relativeTransform&quot;:{&quot;translate&quot;:{&quot;x&quot;:-36.769962135183924,&quot;y&quot;:-66.42849149512467},&quot;rotate&quot;:0,&quot;skewX&quot;:0,&quot;scale&quot;:{&quot;x&quot;:0.011339232004121336,&quot;y&quot;:0.01133285320393023}},&quot;opacity&quot;:1,&quot;image&quot;:{&quot;url&quot;:&quot;https://icons.cdn.biorender.com/biorender/5f4529c2929bce0028c9f871/5b8847989629ce1400901caa.png&quot;,&quot;fallbackUrl&quot;:&quot;sources/icons/5f4529c2929bce0028c9f871/5b8847989629ce1400901caa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96bd51ec-cb48-48f5-a513-f76ecf25ba6f&quot;,&quot;order&quot;:&quot;7&quot;}},&quot;b3640337-f549-4f1e-a885-40e8003cde10&quot;:{&quot;type&quot;:&quot;FIGURE_OBJECT&quot;,&quot;id&quot;:&quot;b3640337-f549-4f1e-a885-40e8003cde10&quot;,&quot;name&quot;:&quot;Sphere&quot;,&quot;relativeTransform&quot;:{&quot;translate&quot;:{&quot;x&quot;:-33.490156862181315,&quot;y&quot;:-66.4285934523345},&quot;rotate&quot;:0,&quot;skewX&quot;:0,&quot;scale&quot;:{&quot;x&quot;:0.011339232004121336,&quot;y&quot;:0.01133285320393023}},&quot;opacity&quot;:1,&quot;image&quot;:{&quot;url&quot;:&quot;https://icons.cdn.biorender.com/biorender/5f4529c2929bce0028c9f871/5b8847989629ce1400901caa.png&quot;,&quot;fallbackUrl&quot;:&quot;sources/icons/5f4529c2929bce0028c9f871/5b8847989629ce1400901caa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96bd51ec-cb48-48f5-a513-f76ecf25ba6f&quot;,&quot;order&quot;:&quot;5&quot;}},&quot;b75df30c-e40b-4a5c-95eb-0f98702a8e91&quot;:{&quot;type&quot;:&quot;FIGURE_OBJECT&quot;,&quot;id&quot;:&quot;b75df30c-e40b-4a5c-95eb-0f98702a8e91&quot;,&quot;name&quot;:&quot;Sphere&quot;,&quot;relativeTransform&quot;:{&quot;translate&quot;:{&quot;x&quot;:-34.48197083277994,&quot;y&quot;:-63.515849643057756},&quot;rotate&quot;:0,&quot;skewX&quot;:0,&quot;scale&quot;:{&quot;x&quot;:0.011332853203930227,&quot;y&quot;:0.011332853203930227}},&quot;opacity&quot;:1,&quot;image&quot;:{&quot;url&quot;:&quot;https://icons.cdn.biorender.com/biorender/5f4529c2929bce0028c9f871/5b8847989629ce1400901caa.png&quot;,&quot;fallbackUrl&quot;:&quot;sources/icons/5f4529c2929bce0028c9f871/5b8847989629ce1400901caa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96bd51ec-cb48-48f5-a513-f76ecf25ba6f&quot;,&quot;order&quot;:&quot;2&quot;}},&quot;5a745cda-8d08-4dde-9c0e-addd60cfbcca&quot;:{&quot;type&quot;:&quot;FIGURE_OBJECT&quot;,&quot;id&quot;:&quot;5a745cda-8d08-4dde-9c0e-addd60cfbcca&quot;,&quot;relativeTransform&quot;:{&quot;translate&quot;:{&quot;x&quot;:-142.52729357774555,&quot;y&quot;:57.562578740251126},&quot;rotate&quot;:-0.2696631063277885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4&quot;}},&quot;c0e2c977-57bb-4e8a-9b38-fc4034697304&quot;:{&quot;type&quot;:&quot;FIGURE_OBJECT&quot;,&quot;id&quot;:&quot;c0e2c977-57bb-4e8a-9b38-fc4034697304&quot;,&quot;relativeTransform&quot;:{&quot;translate&quot;:{&quot;x&quot;:0,&quot;y&quot;:0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5a745cda-8d08-4dde-9c0e-addd60cfbcca&quot;,&quot;order&quot;:&quot;5&quot;}},&quot;1fbd2ce6-6809-43b5-adb7-de74a2d19eb4&quot;:{&quot;type&quot;:&quot;FIGURE_OBJECT&quot;,&quot;id&quot;:&quot;1fbd2ce6-6809-43b5-adb7-de74a2d19eb4&quot;,&quot;relativeTransform&quot;:{&quot;translate&quot;:{&quot;x&quot;:6.69050617927146e-14,&quot;y&quot;:-2.158227799764988e-15},&quot;rotate&quot;:0,&quot;skewX&quot;:-1.9630720502786428e-16},&quot;opacity&quot;:0.57,&quot;path&quot;:{&quot;type&quot;:&quot;ELLIPSE&quot;,&quot;size&quot;:{&quot;x&quot;:3.656328205121859,&quot;y&quot;:3.65632820512186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c0e2c977-57bb-4e8a-9b38-fc4034697304&quot;,&quot;order&quot;:&quot;7&quot;}},&quot;036ede38-a565-4272-839a-f9748abcfbd3&quot;:{&quot;type&quot;:&quot;FIGURE_OBJECT&quot;,&quot;id&quot;:&quot;036ede38-a565-4272-839a-f9748abcfbd3&quot;,&quot;relativeTransform&quot;:{&quot;translate&quot;:{&quot;x&quot;:-4.136603282882894e-14,&quot;y&quot;:6.690506179271464e-14},&quot;rotate&quot;:0,&quot;skewX&quot;:-1.9630720502786428e-16},&quot;opacity&quot;:0.57,&quot;path&quot;:{&quot;type&quot;:&quot;ELLIPSE&quot;,&quot;size&quot;:{&quot;x&quot;:4.465612931263618,&quot;y&quot;:4.4008939032742935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c0e2c977-57bb-4e8a-9b38-fc4034697304&quot;,&quot;order&quot;:&quot;5&quot;}},&quot;c4c78bf9-95ea-4625-abc7-4bf21ecd992e&quot;:{&quot;type&quot;:&quot;FIGURE_OBJECT&quot;,&quot;id&quot;:&quot;c4c78bf9-95ea-4625-abc7-4bf21ecd992e&quot;,&quot;relativeTransform&quot;:{&quot;translate&quot;:{&quot;x&quot;:-5.395569499412468e-15,&quot;y&quot;:-5.395569499412471e-15},&quot;rotate&quot;:0,&quot;skewX&quot;:-1.9630720502786428e-16},&quot;opacity&quot;:0.3,&quot;path&quot;:{&quot;type&quot;:&quot;ELLIPSE&quot;,&quot;size&quot;:{&quot;x&quot;:5.694086957960128,&quot;y&quot;:5.69408695796013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c0e2c977-57bb-4e8a-9b38-fc4034697304&quot;,&quot;order&quot;:&quot;2&quot;}},&quot;596a67a9-337e-4871-a498-fd5899c075df&quot;:{&quot;type&quot;:&quot;FIGURE_OBJECT&quot;,&quot;id&quot;:&quot;596a67a9-337e-4871-a498-fd5899c075df&quot;,&quot;name&quot;:&quot;Sphere&quot;,&quot;relativeTransform&quot;:{&quot;translate&quot;:{&quot;x&quot;:-2.284124421417945e-13,&quot;y&quot;:1.262563262862518e-13},&quot;rotate&quot;:-0.057805044765739305,&quot;skewX&quot;:3.329341690153728e-16,&quot;scale&quot;:{&quot;x&quot;:0.02923752498361505,&quot;y&quot;:0.029237524983615162}},&quot;opacity&quot;:1,&quot;image&quot;:{&quot;url&quot;:&quot;https://icons.biorender.com/biorender/5bdc6fec8241011200c7f505/sphere.png&quot;,&quot;fallbackUrl&quot;:&quot;https://res.cloudinary.com/dlcjuc3ej/image/upload/v1541173223/ugolkltfhigo2xqof4q2.svg#/keystone/api/icons/5bdc6fec8241011200c7f505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a745cda-8d08-4dde-9c0e-addd60cfbcca&quot;,&quot;order&quot;:&quot;2&quot;}},&quot;29057efd-94c2-492e-8200-70f7fe96f098&quot;:{&quot;type&quot;:&quot;FIGURE_OBJECT&quot;,&quot;id&quot;:&quot;29057efd-94c2-492e-8200-70f7fe96f098&quot;,&quot;name&quot;:&quot;Antibody (round style)&quot;,&quot;relativeTransform&quot;:{&quot;translate&quot;:{&quot;x&quot;:-139.94449491380095,&quot;y&quot;:65.80261890972973},&quot;rotate&quot;:2.814124502496265,&quot;skewX&quot;:9.747904043065283e-16,&quot;scale&quot;:{&quot;x&quot;:0.06670056451466552,&quot;y&quot;:0.06656848418889377}},&quot;opacity&quot;:1,&quot;image&quot;:{&quot;url&quot;:&quot;https://icons.biorender.com/biorender/5b43ad5344457700149c1cd2/antibody-round-style.png&quot;,&quot;fallbackUrl&quot;:&quot;https://res.cloudinary.com/dlcjuc3ej/image/upload/v1531161933/zpn7vzxgtovwxwksxjk1.svg#/keystone/api/icons/5b43ad5344457700149c1cd2/antibody-round-style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35&quot;}},&quot;7423f49e-8738-43f8-93e0-d92f51591e0b&quot;:{&quot;type&quot;:&quot;FIGURE_OBJECT&quot;,&quot;id&quot;:&quot;7423f49e-8738-43f8-93e0-d92f51591e0b&quot;,&quot;name&quot;:&quot;MHC class I (tetramer)&quot;,&quot;relativeTransform&quot;:{&quot;translate&quot;:{&quot;x&quot;:-204.67217182394424,&quot;y&quot;:61.89852893899491},&quot;rotate&quot;:1.3856994854527094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99999&quot;}},&quot;5293584a-c955-4e55-9d87-e4c8022160c4&quot;:{&quot;type&quot;:&quot;FIGURE_OBJECT&quot;,&quot;id&quot;:&quot;5293584a-c955-4e55-9d87-e4c8022160c4&quot;,&quot;name&quot;:&quot;Streptavidin (tetramer)&quot;,&quot;relativeTransform&quot;:{&quot;translate&quot;:{&quot;x&quot;:-0.668240404684918,&quot;y&quot;:-0.821702861565513},&quot;rotate&quot;:2.483387283634514,&quot;skewX&quot;:-2.4362043781721628e-15,&quot;scale&quot;:{&quot;x&quot;:0.012026519433949464,&quot;y&quot;:0.012026519433949463}},&quot;opacity&quot;:1,&quot;image&quot;:{&quot;url&quot;:&quot;https://icons.biorender.com/biorender/5b06c8c5bd399f0014847c1a/20180524141642/image/streptavidin-tetramer.png&quot;,&quot;fallbackUrl&quot;:&quot;https://res.cloudinary.com/dlcjuc3ej/image/upload/v1527171402/vv28vz6h1laih51qsbki.svg#/keystone/api/icons/5b06c8c5bd399f0014847c1a/20180524141642/image/streptavidin-tetramer.svg&quot;,&quot;size&quot;:{&quot;x&quot;:354,&quot;y&quot;:354},&quot;isPremium&quot;:false},&quot;source&quot;:{&quot;id&quot;:&quot;5b06c8c5bd399f0014847c1a&quot;,&quot;type&quot;:&quot;ASSETS&quot;},&quot;pathStyles&quot;:[{&quot;type&quot;:&quot;FILL&quot;,&quot;fillStyle&quot;:&quot;rgb(0,0,0)&quot;}],&quot;isLocked&quot;:false,&quot;parent&quot;:{&quot;type&quot;:&quot;CHILD&quot;,&quot;parentId&quot;:&quot;7423f49e-8738-43f8-93e0-d92f51591e0b&quot;,&quot;order&quot;:&quot;5&quot;}},&quot;763eabdc-4687-464f-915a-f791d54fa719&quot;:{&quot;type&quot;:&quot;FIGURE_OBJECT&quot;,&quot;id&quot;:&quot;763eabdc-4687-464f-915a-f791d54fa719&quot;,&quot;relativeTransform&quot;:{&quot;translate&quot;:{&quot;x&quot;:1.3589981583427546,&quot;y&quot;:1.5124606152233053},&quot;rotate&quot;:-0.7853981633974493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7423f49e-8738-43f8-93e0-d92f51591e0b&quot;,&quot;order&quot;:&quot;2&quot;}},&quot;79f7dac9-b6a5-4f49-8f11-2656cf2b884a&quot;:{&quot;type&quot;:&quot;FIGURE_OBJECT&quot;,&quot;id&quot;:&quot;79f7dac9-b6a5-4f49-8f11-2656cf2b884a&quot;,&quot;name&quot;:&quot;Radar&quot;,&quot;relativeTransform&quot;:{&quot;translate&quot;:{&quot;x&quot;:1.3267118862133155e-14,&quot;y&quot;:0.4761748035243497},&quot;rotate&quot;:-7.679448708775047e-17,&quot;skewX&quot;:-4.008712697725491e-15,&quot;scale&quot;:{&quot;x&quot;:0.013849712354573765,&quot;y&quot;:0.013849712354573763}},&quot;opacity&quot;:1,&quot;image&quot;:{&quot;url&quot;:&quot;https://icons.biorender.com/biorender/5a7b6a46c232db0014da97d1/radar.png&quot;,&quot;fallbackUrl&quot;:&quot;https://res.cloudinary.com/dlcjuc3ej/image/upload/v1518037571/sij7enpqg89hsetl9zqu.svg#/keystone/api/icons/5a7b6a46c232db0014da97d1/radar.svg&quot;,&quot;size&quot;:{&quot;x&quot;:200,&quot;y&quot;:200},&quot;isPremium&quot;:false},&quot;source&quot;:{&quot;id&quot;:&quot;5a3802e5acaa880014e2ef43&quot;,&quot;type&quot;:&quot;ASSETS&quot;},&quot;pathStyles&quot;:[{&quot;type&quot;:&quot;FILL&quot;,&quot;fillStyle&quot;:&quot;rgb(0,0,0)&quot;}],&quot;isLocked&quot;:false,&quot;parent&quot;:{&quot;type&quot;:&quot;CHILD&quot;,&quot;parentId&quot;:&quot;763eabdc-4687-464f-915a-f791d54fa719&quot;,&quot;order&quot;:&quot;5&quot;}},&quot;54ed658a-dbac-4106-a6b3-ad4882e16849&quot;:{&quot;type&quot;:&quot;FIGURE_OBJECT&quot;,&quot;id&quot;:&quot;54ed658a-dbac-4106-a6b3-ad4882e16849&quot;,&quot;relativeTransform&quot;:{&quot;translate&quot;:{&quot;x&quot;:-0.03995138414872172,&quot;y&quot;:-0.741051171879307},&quot;rotate&quot;:0,&quot;skewX&quot;:-4.1623016719009926e-15},&quot;opacity&quot;:1,&quot;path&quot;:{&quot;type&quot;:&quot;RECT&quot;,&quot;size&quot;:{&quot;x&quot;:0.2855143778888564,&quot;y&quot;:2.240189734204841},&quot;cornerRounding&quot;:{&quot;type&quot;:&quot;ARC_LENGTH&quot;,&quot;global&quot;:0.2242424680174729}},&quot;pathStyles&quot;:[{&quot;type&quot;:&quot;FILL&quot;,&quot;fillStyle&quot;:&quot;rgba(199,8,8,1)&quot;},{&quot;type&quot;:&quot;STROKE&quot;,&quot;strokeStyle&quot;:&quot;#95AAD3&quot;,&quot;lineWidth&quot;:0,&quot;lineJoin&quot;:&quot;round&quot;}],&quot;isLocked&quot;:false,&quot;parent&quot;:{&quot;type&quot;:&quot;CHILD&quot;,&quot;parentId&quot;:&quot;763eabdc-4687-464f-915a-f791d54fa719&quot;,&quot;order&quot;:&quot;2&quot;}},&quot;761663c5-25f7-466a-8fa8-4efd4af7c8ef&quot;:{&quot;type&quot;:&quot;FIGURE_OBJECT&quot;,&quot;id&quot;:&quot;761663c5-25f7-466a-8fa8-4efd4af7c8ef&quot;,&quot;name&quot;:&quot;MHC class I (tetramer)&quot;,&quot;relativeTransform&quot;:{&quot;translate&quot;:{&quot;x&quot;:-199.8203256439125,&quot;y&quot;:56.251298139285936},&quot;rotate&quot;:2.3575981576811484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99998&quot;}},&quot;8a082f8b-0c3c-421c-873f-5986153a7a07&quot;:{&quot;type&quot;:&quot;FIGURE_OBJECT&quot;,&quot;id&quot;:&quot;8a082f8b-0c3c-421c-873f-5986153a7a07&quot;,&quot;name&quot;:&quot;Streptavidin (tetramer)&quot;,&quot;relativeTransform&quot;:{&quot;translate&quot;:{&quot;x&quot;:-0.6682404046849185,&quot;y&quot;:-0.8217028615655138},&quot;rotate&quot;:2.483387283634514,&quot;skewX&quot;:-2.717304883345871e-15,&quot;scale&quot;:{&quot;x&quot;:0.012026519433949471,&quot;y&quot;:0.012026519433949473}},&quot;opacity&quot;:1,&quot;image&quot;:{&quot;url&quot;:&quot;https://icons.biorender.com/biorender/5b06c8c5bd399f0014847c1a/20180524141642/image/streptavidin-tetramer.png&quot;,&quot;fallbackUrl&quot;:&quot;https://res.cloudinary.com/dlcjuc3ej/image/upload/v1527171402/vv28vz6h1laih51qsbki.svg#/keystone/api/icons/5b06c8c5bd399f0014847c1a/20180524141642/image/streptavidin-tetramer.svg&quot;,&quot;size&quot;:{&quot;x&quot;:354,&quot;y&quot;:354},&quot;isPremium&quot;:false},&quot;source&quot;:{&quot;id&quot;:&quot;5b06c8c5bd399f0014847c1a&quot;,&quot;type&quot;:&quot;ASSETS&quot;},&quot;pathStyles&quot;:[{&quot;type&quot;:&quot;FILL&quot;,&quot;fillStyle&quot;:&quot;rgb(0,0,0)&quot;}],&quot;isLocked&quot;:false,&quot;parent&quot;:{&quot;type&quot;:&quot;CHILD&quot;,&quot;parentId&quot;:&quot;761663c5-25f7-466a-8fa8-4efd4af7c8ef&quot;,&quot;order&quot;:&quot;5&quot;}},&quot;f17d0866-7453-46ac-b4b0-12cb1e28ec8e&quot;:{&quot;type&quot;:&quot;FIGURE_OBJECT&quot;,&quot;id&quot;:&quot;f17d0866-7453-46ac-b4b0-12cb1e28ec8e&quot;,&quot;relativeTransform&quot;:{&quot;translate&quot;:{&quot;x&quot;:1.3589981583427557,&quot;y&quot;:1.5124606152233067},&quot;rotate&quot;:-0.7853981633974493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761663c5-25f7-466a-8fa8-4efd4af7c8ef&quot;,&quot;order&quot;:&quot;2&quot;}},&quot;3a7403a9-e514-4804-a100-beae6e4a08b7&quot;:{&quot;type&quot;:&quot;FIGURE_OBJECT&quot;,&quot;id&quot;:&quot;3a7403a9-e514-4804-a100-beae6e4a08b7&quot;,&quot;name&quot;:&quot;Radar&quot;,&quot;relativeTransform&quot;:{&quot;translate&quot;:{&quot;x&quot;:1.3203341705051978e-14,&quot;y&quot;:0.47617480352435015},&quot;rotate&quot;:-7.679448708775048e-17,&quot;skewX&quot;:-4.142649135792252e-15,&quot;scale&quot;:{&quot;x&quot;:0.013849712354573775,&quot;y&quot;:0.013849712354573777}},&quot;opacity&quot;:1,&quot;image&quot;:{&quot;url&quot;:&quot;https://icons.biorender.com/biorender/5a7b6a46c232db0014da97d1/radar.png&quot;,&quot;fallbackUrl&quot;:&quot;https://res.cloudinary.com/dlcjuc3ej/image/upload/v1518037571/sij7enpqg89hsetl9zqu.svg#/keystone/api/icons/5a7b6a46c232db0014da97d1/radar.svg&quot;,&quot;size&quot;:{&quot;x&quot;:200,&quot;y&quot;:200},&quot;isPremium&quot;:false},&quot;source&quot;:{&quot;id&quot;:&quot;5a3802e5acaa880014e2ef43&quot;,&quot;type&quot;:&quot;ASSETS&quot;},&quot;pathStyles&quot;:[{&quot;type&quot;:&quot;FILL&quot;,&quot;fillStyle&quot;:&quot;rgb(0,0,0)&quot;}],&quot;isLocked&quot;:false,&quot;parent&quot;:{&quot;type&quot;:&quot;CHILD&quot;,&quot;parentId&quot;:&quot;f17d0866-7453-46ac-b4b0-12cb1e28ec8e&quot;,&quot;order&quot;:&quot;5&quot;}},&quot;101e13f0-a841-4d32-8aa2-11308e1c0cc4&quot;:{&quot;type&quot;:&quot;FIGURE_OBJECT&quot;,&quot;id&quot;:&quot;101e13f0-a841-4d32-8aa2-11308e1c0cc4&quot;,&quot;relativeTransform&quot;:{&quot;translate&quot;:{&quot;x&quot;:-0.03995138414872166,&quot;y&quot;:-0.7410511718793077},&quot;rotate&quot;:0,&quot;skewX&quot;:-4.2962381099677554e-15},&quot;opacity&quot;:1,&quot;path&quot;:{&quot;type&quot;:&quot;RECT&quot;,&quot;size&quot;:{&quot;x&quot;:0.28551437788885664,&quot;y&quot;:2.240189734204842},&quot;cornerRounding&quot;:{&quot;type&quot;:&quot;ARC_LENGTH&quot;,&quot;global&quot;:0.2242424680174731}},&quot;pathStyles&quot;:[{&quot;type&quot;:&quot;FILL&quot;,&quot;fillStyle&quot;:&quot;rgba(199,8,8,1)&quot;},{&quot;type&quot;:&quot;STROKE&quot;,&quot;strokeStyle&quot;:&quot;#95AAD3&quot;,&quot;lineWidth&quot;:0,&quot;lineJoin&quot;:&quot;round&quot;}],&quot;isLocked&quot;:false,&quot;parent&quot;:{&quot;type&quot;:&quot;CHILD&quot;,&quot;parentId&quot;:&quot;f17d0866-7453-46ac-b4b0-12cb1e28ec8e&quot;,&quot;order&quot;:&quot;2&quot;}},&quot;89d06ad7-5acf-4263-a916-4483226ede16&quot;:{&quot;type&quot;:&quot;FIGURE_OBJECT&quot;,&quot;id&quot;:&quot;89d06ad7-5acf-4263-a916-4483226ede16&quot;,&quot;relativeTransform&quot;:{&quot;translate&quot;:{&quot;x&quot;:-160.48442841184826,&quot;y&quot;:98.09777238446378},&quot;rotate&quot;:0},&quot;opacity&quot;:1,&quot;path&quot;:{&quot;type&quot;:&quot;POLY_LINE&quot;,&quot;points&quot;:[{&quot;x&quot;:-10.172262939620852,&quot;y&quot;:0.2928086403791124},{&quot;x&quot;:-10.172262939620852,&quot;y&quot;:-2.049660482653925},{&quot;x&quot;:8.217964113880111,&quot;y&quot;:-9.466919066455334},{&quot;x&quot;:10.172262939620838,&quot;y&quot;:5.314034061756236}],&quot;closed&quot;:true},&quot;pathStyles&quot;:[{&quot;type&quot;:&quot;FILL&quot;,&quot;fillStyle&quot;:&quot;rgba(14,51,97,0.33)&quot;},{&quot;type&quot;:&quot;STROKE&quot;,&quot;strokeStyle&quot;:&quot;#95AAD3&quot;,&quot;lineWidth&quot;:0,&quot;lineJoin&quot;:&quot;round&quot;}],&quot;isLocked&quot;:false,&quot;parent&quot;:{&quot;type&quot;:&quot;CHILD&quot;,&quot;parentId&quot;:&quot;db3d186c-66d8-4593-972a-a2b7e4fbb26a&quot;,&quot;order&quot;:&quot;9999986&quot;},&quot;connectorInfo&quot;:{&quot;connectedObjects&quot;:[],&quot;type&quot;:&quot;ELBOW&quot;,&quot;offset&quot;:{&quot;x&quot;:0,&quot;y&quot;:0},&quot;bending&quot;:-0.1,&quot;firstElementIsHead&quot;:true,&quot;customized&quot;:true}},&quot;fb3b0315-73f1-41bb-9b1b-68e9fc604e9a&quot;:{&quot;type&quot;:&quot;FIGURE_OBJECT&quot;,&quot;id&quot;:&quot;fb3b0315-73f1-41bb-9b1b-68e9fc604e9a&quot;,&quot;relativeTransform&quot;:{&quot;translate&quot;:{&quot;x&quot;:-149.23928774840482,&quot;y&quot;:-30.909318766620178},&quot;rotate&quot;:0},&quot;opacity&quot;:1,&quot;path&quot;:{&quot;type&quot;:&quot;POLY_LINE&quot;,&quot;points&quot;:[{&quot;x&quot;:-10.172262939620852,&quot;y&quot;:0.2928086403791124},{&quot;x&quot;:-10.172262939620852,&quot;y&quot;:-2.049660482653925},{&quot;x&quot;:8.217964113880111,&quot;y&quot;:-9.466919066455334},{&quot;x&quot;:10.172262939620838,&quot;y&quot;:5.314034061756236}],&quot;closed&quot;:true},&quot;pathStyles&quot;:[{&quot;type&quot;:&quot;FILL&quot;,&quot;fillStyle&quot;:&quot;rgba(14, 51, 97, 0.32941176470588235)&quot;},{&quot;type&quot;:&quot;STROKE&quot;,&quot;strokeStyle&quot;:&quot;#95AAD3&quot;,&quot;lineWidth&quot;:0,&quot;lineJoin&quot;:&quot;round&quot;}],&quot;isLocked&quot;:false,&quot;parent&quot;:{&quot;type&quot;:&quot;CHILD&quot;,&quot;parentId&quot;:&quot;db3d186c-66d8-4593-972a-a2b7e4fbb26a&quot;,&quot;order&quot;:&quot;9999999877&quot;},&quot;connectorInfo&quot;:{&quot;connectedObjects&quot;:[],&quot;type&quot;:&quot;ELBOW&quot;,&quot;offset&quot;:{&quot;x&quot;:0,&quot;y&quot;:0},&quot;bending&quot;:-0.1,&quot;firstElementIsHead&quot;:true,&quot;customized&quot;:true}},&quot;172b4ab9-9472-42da-9bd6-3d6dfd448341&quot;:{&quot;type&quot;:&quot;FIGURE_OBJECT&quot;,&quot;id&quot;:&quot;172b4ab9-9472-42da-9bd6-3d6dfd448341&quot;,&quot;name&quot;:&quot;Sphere&quot;,&quot;relativeTransform&quot;:{&quot;translate&quot;:{&quot;x&quot;:-184.46693669642184,&quot;y&quot;:-66.74669255952246},&quot;rotate&quot;:1.9982728159576288,&quot;skewX&quot;:-7.652846427524939e-17,&quot;scale&quot;:{&quot;x&quot;:0.018819740977320035,&quot;y&quot;:0.01881974097732004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7&quot;}},&quot;5eeb714a-38bc-45a0-b143-8b9ea1de409c&quot;:{&quot;type&quot;:&quot;FIGURE_OBJECT&quot;,&quot;id&quot;:&quot;5eeb714a-38bc-45a0-b143-8b9ea1de409c&quot;,&quot;name&quot;:&quot;Sphere&quot;,&quot;relativeTransform&quot;:{&quot;translate&quot;:{&quot;x&quot;:-185.6805978723352,&quot;y&quot;:-62.3668368123448},&quot;rotate&quot;:0,&quot;skewX&quot;:0,&quot;scale&quot;:{&quot;x&quot;:0.01881866349463204,&quot;y&quot;:0.018818663494632043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5&quot;}},&quot;4121a1be-fd29-4d67-89a3-fa20229009df&quot;:{&quot;type&quot;:&quot;FIGURE_OBJECT&quot;,&quot;id&quot;:&quot;4121a1be-fd29-4d67-89a3-fa20229009df&quot;,&quot;name&quot;:&quot;Sphere&quot;,&quot;relativeTransform&quot;:{&quot;translate&quot;:{&quot;x&quot;:-188.54299905343427,&quot;y&quot;:-65.22935655896201},&quot;rotate&quot;:-1.570796326794897,&quot;skewX&quot;:0,&quot;scale&quot;:{&quot;x&quot;:0.019348669095445983,&quot;y&quot;:0.019348669095445983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3&quot;}},&quot;b7d6cc3a-7951-48b7-af51-383e59a9a9b9&quot;:{&quot;type&quot;:&quot;FIGURE_OBJECT&quot;,&quot;id&quot;:&quot;b7d6cc3a-7951-48b7-af51-383e59a9a9b9&quot;,&quot;relativeTransform&quot;:{&quot;translate&quot;:{&quot;x&quot;:-178.62500402587753,&quot;y&quot;:-57.58600200841404},&quot;rotate&quot;:0},&quot;opacity&quot;:1,&quot;path&quot;:{&quot;type&quot;:&quot;POLY_LINE&quot;,&quot;points&quot;:[{&quot;x&quot;:-4.703604241731395,&quot;y&quot;:-6.582385038812196},{&quot;x&quot;:2.7654399191781485,&quot;y&quot;:-1.9166725708653176},{&quot;x&quot;:4.956373321723498,&quot;y&quot;:8.18873275647824}],&quot;closed&quot;:false},&quot;pathStyles&quot;:[{&quot;type&quot;:&quot;FILL&quot;,&quot;fillStyle&quot;:&quot;transparent&quot;},{&quot;type&quot;:&quot;STROKE&quot;,&quot;strokeStyle&quot;:{&quot;units&quot;:&quot;PATH_LENGTH&quot;,&quot;stops&quot;:{&quot;0&quot;:&quot;#23232300&quot;,&quot;1&quot;:&quot;#232323&quot;}},&quot;lineWidth&quot;:0.61897540311041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b3d186c-66d8-4593-972a-a2b7e4fbb26a&quot;,&quot;order&quot;:&quot;999999999997&quot;},&quot;connectorInfo&quot;:{&quot;connectedObjects&quot;:[],&quot;type&quot;:&quot;QUADRATIC&quot;,&quot;offset&quot;:{&quot;x&quot;:0,&quot;y&quot;:0},&quot;bending&quot;:-0.1,&quot;firstElementIsHead&quot;:true,&quot;customized&quot;:true}},&quot;cab69cf3-9498-48d2-9e87-9ad187ebf97c&quot;:{&quot;type&quot;:&quot;FIGURE_OBJECT&quot;,&quot;id&quot;:&quot;cab69cf3-9498-48d2-9e87-9ad187ebf97c&quot;,&quot;relativeTransform&quot;:{&quot;translate&quot;:{&quot;x&quot;:177.7028300438081,&quot;y&quot;:-71.39906501299495},&quot;rotate&quot;:-0.2696631063277885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745&quot;}},&quot;7ff924c0-0165-4c6b-a442-888d19d98cd4&quot;:{&quot;type&quot;:&quot;FIGURE_OBJECT&quot;,&quot;id&quot;:&quot;7ff924c0-0165-4c6b-a442-888d19d98cd4&quot;,&quot;relativeTransform&quot;:{&quot;translate&quot;:{&quot;x&quot;:0,&quot;y&quot;:0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cab69cf3-9498-48d2-9e87-9ad187ebf97c&quot;,&quot;order&quot;:&quot;5&quot;}},&quot;441b778f-d020-4242-b175-cccebd5bbf94&quot;:{&quot;type&quot;:&quot;FIGURE_OBJECT&quot;,&quot;id&quot;:&quot;441b778f-d020-4242-b175-cccebd5bbf94&quot;,&quot;relativeTransform&quot;:{&quot;translate&quot;:{&quot;x&quot;:6.690506179271462e-14,&quot;y&quot;:-2.158227799764988e-15},&quot;rotate&quot;:0,&quot;skewX&quot;:-1.9630720502786423e-16},&quot;opacity&quot;:0.57,&quot;path&quot;:{&quot;type&quot;:&quot;ELLIPSE&quot;,&quot;size&quot;:{&quot;x&quot;:3.6563282051218597,&quot;y&quot;:3.65632820512186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7ff924c0-0165-4c6b-a442-888d19d98cd4&quot;,&quot;order&quot;:&quot;7&quot;}},&quot;329599fd-0b03-4f09-8d03-2d4303cc4314&quot;:{&quot;type&quot;:&quot;FIGURE_OBJECT&quot;,&quot;id&quot;:&quot;329599fd-0b03-4f09-8d03-2d4303cc4314&quot;,&quot;relativeTransform&quot;:{&quot;translate&quot;:{&quot;x&quot;:-4.136603282882895e-14,&quot;y&quot;:6.690506179271464e-14},&quot;rotate&quot;:0,&quot;skewX&quot;:-1.9630720502786423e-16},&quot;opacity&quot;:0.57,&quot;path&quot;:{&quot;type&quot;:&quot;ELLIPSE&quot;,&quot;size&quot;:{&quot;x&quot;:4.46561293126362,&quot;y&quot;:4.4008939032742935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7ff924c0-0165-4c6b-a442-888d19d98cd4&quot;,&quot;order&quot;:&quot;5&quot;}},&quot;d23a7371-c19a-4904-b362-bc651aa0cb59&quot;:{&quot;type&quot;:&quot;FIGURE_OBJECT&quot;,&quot;id&quot;:&quot;d23a7371-c19a-4904-b362-bc651aa0cb59&quot;,&quot;relativeTransform&quot;:{&quot;translate&quot;:{&quot;x&quot;:-5.3955694994124685e-15,&quot;y&quot;:-5.395569499412471e-15},&quot;rotate&quot;:0,&quot;skewX&quot;:-1.9630720502786423e-16},&quot;opacity&quot;:0.3,&quot;path&quot;:{&quot;type&quot;:&quot;ELLIPSE&quot;,&quot;size&quot;:{&quot;x&quot;:5.694086957960129,&quot;y&quot;:5.69408695796013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7ff924c0-0165-4c6b-a442-888d19d98cd4&quot;,&quot;order&quot;:&quot;2&quot;}},&quot;288d6d2a-5fc5-4933-9993-f2fdff210d4f&quot;:{&quot;type&quot;:&quot;FIGURE_OBJECT&quot;,&quot;id&quot;:&quot;288d6d2a-5fc5-4933-9993-f2fdff210d4f&quot;,&quot;name&quot;:&quot;Sphere&quot;,&quot;relativeTransform&quot;:{&quot;translate&quot;:{&quot;x&quot;:-2.2841244214179456e-13,&quot;y&quot;:1.262563262862518e-13},&quot;rotate&quot;:-0.057805044765739284,&quot;skewX&quot;:3.646421851120748e-16,&quot;scale&quot;:{&quot;x&quot;:0.02923752498361506,&quot;y&quot;:0.029237524983615162}},&quot;opacity&quot;:1,&quot;image&quot;:{&quot;url&quot;:&quot;https://icons.biorender.com/biorender/5bdc6fec8241011200c7f505/sphere.png&quot;,&quot;fallbackUrl&quot;:&quot;https://res.cloudinary.com/dlcjuc3ej/image/upload/v1541173223/ugolkltfhigo2xqof4q2.svg#/keystone/api/icons/5bdc6fec8241011200c7f505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cab69cf3-9498-48d2-9e87-9ad187ebf97c&quot;,&quot;order&quot;:&quot;2&quot;}},&quot;2d979466-f913-4cd1-979f-880b8ee4fcbf&quot;:{&quot;type&quot;:&quot;FIGURE_OBJECT&quot;,&quot;id&quot;:&quot;2d979466-f913-4cd1-979f-880b8ee4fcbf&quot;,&quot;name&quot;:&quot;Antibody (round style)&quot;,&quot;relativeTransform&quot;:{&quot;translate&quot;:{&quot;x&quot;:180.2856287077527,&quot;y&quot;:-63.159024843516356},&quot;rotate&quot;:2.814124502496265,&quot;skewX&quot;:9.747904043065283e-16,&quot;scale&quot;:{&quot;x&quot;:0.06670056451466552,&quot;y&quot;:0.06656848418889377}},&quot;opacity&quot;:1,&quot;image&quot;:{&quot;url&quot;:&quot;https://icons.biorender.com/biorender/5b43ad5344457700149c1cd2/antibody-round-style.png&quot;,&quot;fallbackUrl&quot;:&quot;https://res.cloudinary.com/dlcjuc3ej/image/upload/v1531161933/zpn7vzxgtovwxwksxjk1.svg#/keystone/api/icons/5b43ad5344457700149c1cd2/antibody-round-style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742&quot;}},&quot;de8091e5-64a5-4e2a-870a-d51aeea01c73&quot;:{&quot;type&quot;:&quot;FIGURE_OBJECT&quot;,&quot;id&quot;:&quot;de8091e5-64a5-4e2a-870a-d51aeea01c73&quot;,&quot;parent&quot;:{&quot;type&quot;:&quot;CHILD&quot;,&quot;parentId&quot;:&quot;db3d186c-66d8-4593-972a-a2b7e4fbb26a&quot;,&quot;order&quot;:&quot;9999993&quot;},&quot;relativeTransform&quot;:{&quot;translate&quot;:{&quot;x&quot;:27.789855536205838,&quot;y&quot;:-15.45860678760622},&quot;rotate&quot;:0}},&quot;33dceab9-0f91-4cac-9899-c1f394f839a0&quot;:{&quot;type&quot;:&quot;FIGURE_OBJECT&quot;,&quot;id&quot;:&quot;33dceab9-0f91-4cac-9899-c1f394f839a0&quot;,&quot;name&quot;:&quot;Sphere&quot;,&quot;relativeTransform&quot;:{&quot;translate&quot;:{&quot;x&quot;:-207.68652373314615,&quot;y&quot;:119.51925927691981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9&quot;}},&quot;b84f36a4-8c1f-467f-9d1b-cf2e90bc8c7a&quot;:{&quot;type&quot;:&quot;FIGURE_OBJECT&quot;,&quot;id&quot;:&quot;b84f36a4-8c1f-467f-9d1b-cf2e90bc8c7a&quot;,&quot;name&quot;:&quot;Sphere&quot;,&quot;relativeTransform&quot;:{&quot;translate&quot;:{&quot;x&quot;:-198.2509680811272,&quot;y&quot;:112.77957666833495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8&quot;}},&quot;a19e4c59-36b5-47ed-b8e0-016493681154&quot;:{&quot;type&quot;:&quot;FIGURE_OBJECT&quot;,&quot;id&quot;:&quot;a19e4c59-36b5-47ed-b8e0-016493681154&quot;,&quot;name&quot;:&quot;Sphere&quot;,&quot;relativeTransform&quot;:{&quot;translate&quot;:{&quot;x&quot;:-203.97969829842435,&quot;y&quot;:119.18227514649054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75&quot;}},&quot;05264eb1-606a-4932-bae0-e94e7b56e214&quot;:{&quot;type&quot;:&quot;FIGURE_OBJECT&quot;,&quot;id&quot;:&quot;05264eb1-606a-4932-bae0-e94e7b56e214&quot;,&quot;name&quot;:&quot;Sphere&quot;,&quot;relativeTransform&quot;:{&quot;translate&quot;:{&quot;x&quot;:-219.8479980729601,&quot;y&quot;:126.39461220794527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7&quot;}},&quot;e0f01250-0059-4d91-9fd5-d18dfb695330&quot;:{&quot;type&quot;:&quot;FIGURE_OBJECT&quot;,&quot;id&quot;:&quot;e0f01250-0059-4d91-9fd5-d18dfb695330&quot;,&quot;name&quot;:&quot;Sphere&quot;,&quot;relativeTransform&quot;:{&quot;translate&quot;:{&quot;x&quot;:-226.79855809945204,&quot;y&quot;:126.66194143973345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65&quot;}},&quot;3c386675-9219-4232-8ff6-18186a082bfd&quot;:{&quot;type&quot;:&quot;FIGURE_OBJECT&quot;,&quot;id&quot;:&quot;3c386675-9219-4232-8ff6-18186a082bfd&quot;,&quot;name&quot;:&quot;Sphere&quot;,&quot;relativeTransform&quot;:{&quot;translate&quot;:{&quot;x&quot;:-207.81818264249355,&quot;y&quot;:126.27641181588805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6&quot;}},&quot;cf03d4ef-3dc1-43b5-941c-3d8b52b1a793&quot;:{&quot;type&quot;:&quot;FIGURE_OBJECT&quot;,&quot;id&quot;:&quot;cf03d4ef-3dc1-43b5-941c-3d8b52b1a793&quot;,&quot;name&quot;:&quot;Sphere&quot;,&quot;relativeTransform&quot;:{&quot;translate&quot;:{&quot;x&quot;:-225.19458270872317,&quot;y&quot;:118.10740602251276},&quot;rotate&quot;:0,&quot;skewX&quot;:0,&quot;scale&quot;:{&quot;x&quot;:0.01849846973819202,&quot;y&quot;:0.01849846973819202}},&quot;opacity&quot;:0.66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55&quot;}},&quot;e9e0037c-804d-402e-aa03-eb142f7d5a79&quot;:{&quot;type&quot;:&quot;FIGURE_OBJECT&quot;,&quot;id&quot;:&quot;e9e0037c-804d-402e-aa03-eb142f7d5a79&quot;,&quot;name&quot;:&quot;Sphere&quot;,&quot;relativeTransform&quot;:{&quot;translate&quot;:{&quot;x&quot;:-207.68652373314615,&quot;y&quot;:116.1494179726274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52&quot;}},&quot;528a5038-dbbc-4a95-b11f-c76ff01db5db&quot;:{&quot;type&quot;:&quot;FIGURE_OBJECT&quot;,&quot;id&quot;:&quot;528a5038-dbbc-4a95-b11f-c76ff01db5db&quot;,&quot;name&quot;:&quot;Sphere&quot;,&quot;relativeTransform&quot;:{&quot;translate&quot;:{&quot;x&quot;:-197.5769998202688,&quot;y&quot;:124.91100536378764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5&quot;}},&quot;d096b2bb-bf36-4b9b-86f5-8d9d3ec8d35e&quot;:{&quot;type&quot;:&quot;FIGURE_OBJECT&quot;,&quot;id&quot;:&quot;d096b2bb-bf36-4b9b-86f5-8d9d3ec8d35e&quot;,&quot;name&quot;:&quot;Sphere&quot;,&quot;relativeTransform&quot;:{&quot;translate&quot;:{&quot;x&quot;:-214.23408420540906,&quot;y&quot;:125.85995374436902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4&quot;}},&quot;c4770501-8120-4e77-8ef7-2b3afaedf3de&quot;:{&quot;type&quot;:&quot;FIGURE_OBJECT&quot;,&quot;id&quot;:&quot;c4770501-8120-4e77-8ef7-2b3afaedf3de&quot;,&quot;name&quot;:&quot;Sphere&quot;,&quot;relativeTransform&quot;:{&quot;translate&quot;:{&quot;x&quot;:-217.17470575507872,&quot;y&quot;:121.85001526754685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3&quot;}},&quot;95384b91-d04d-4691-99d8-d3298c434ec7&quot;:{&quot;type&quot;:&quot;FIGURE_OBJECT&quot;,&quot;id&quot;:&quot;95384b91-d04d-4691-99d8-d3298c434ec7&quot;,&quot;name&quot;:&quot;Sphere&quot;,&quot;relativeTransform&quot;:{&quot;translate&quot;:{&quot;x&quot;:-217.7960476460234,&quot;y&quot;:116.48640210305666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25&quot;}},&quot;001893f7-5ff7-4df9-8349-9b8af45da033&quot;:{&quot;type&quot;:&quot;FIGURE_OBJECT&quot;,&quot;id&quot;:&quot;001893f7-5ff7-4df9-8349-9b8af45da033&quot;,&quot;name&quot;:&quot;Sphere&quot;,&quot;relativeTransform&quot;:{&quot;translate&quot;:{&quot;x&quot;:-212.0954503511039,&quot;y&quot;:120.51336910860603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2&quot;}},&quot;3a0c55a4-8779-4370-ac1e-c3e428bf1f39&quot;:{&quot;type&quot;:&quot;FIGURE_OBJECT&quot;,&quot;id&quot;:&quot;3a0c55a4-8779-4370-ac1e-c3e428bf1f39&quot;,&quot;name&quot;:&quot;Sphere&quot;,&quot;relativeTransform&quot;:{&quot;translate&quot;:{&quot;x&quot;:-198.46165952990836,&quot;y&quot;:118.90939371787724},&quot;rotate&quot;:0,&quot;skewX&quot;:0,&quot;scale&quot;:{&quot;x&quot;:0.01849846973819202,&quot;y&quot;:0.01849846973819202}},&quot;opacity&quot;:0.66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15&quot;}},&quot;05429613-4c8b-4b60-a3cf-11a910418922&quot;:{&quot;type&quot;:&quot;FIGURE_OBJECT&quot;,&quot;id&quot;:&quot;05429613-4c8b-4b60-a3cf-11a910418922&quot;,&quot;name&quot;:&quot;Sphere&quot;,&quot;relativeTransform&quot;:{&quot;translate&quot;:{&quot;x&quot;:-205.4122195564002,&quot;y&quot;:122.80113180264212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1&quot;}},&quot;887ba58f-d5d4-4543-bc49-7d2f33968d3d&quot;:{&quot;type&quot;:&quot;FIGURE_OBJECT&quot;,&quot;id&quot;:&quot;887ba58f-d5d4-4543-bc49-7d2f33968d3d&quot;,&quot;name&quot;:&quot;Sphere&quot;,&quot;relativeTransform&quot;:{&quot;translate&quot;:{&quot;x&quot;:-201.40228107957796,&quot;y&quot;:126.81107027946436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05&quot;}},&quot;4c1859a4-d53f-44bd-ae13-8ec2e5654231&quot;:{&quot;type&quot;:&quot;FIGURE_OBJECT&quot;,&quot;id&quot;:&quot;4c1859a4-d53f-44bd-ae13-8ec2e5654231&quot;,&quot;name&quot;:&quot;Sphere&quot;,&quot;relativeTransform&quot;:{&quot;translate&quot;:{&quot;x&quot;:-223.05594885441798,&quot;y&quot;:123.18666142648763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02&quot;}},&quot;0e3d4aef-b952-450d-a8a4-558c94f22c72&quot;:{&quot;type&quot;:&quot;FIGURE_OBJECT&quot;,&quot;id&quot;:&quot;0e3d4aef-b952-450d-a8a4-558c94f22c72&quot;,&quot;parent&quot;:{&quot;type&quot;:&quot;CHILD&quot;,&quot;parentId&quot;:&quot;db3d186c-66d8-4593-972a-a2b7e4fbb26a&quot;,&quot;order&quot;:&quot;999999973&quot;},&quot;relativeTransform&quot;:{&quot;translate&quot;:{&quot;x&quot;:2.147748277038884,&quot;y&quot;:-2.1093250633081766},&quot;rotate&quot;:0}},&quot;735c3e0f-a951-45ec-8492-40fad2c9b823&quot;:{&quot;type&quot;:&quot;FIGURE_OBJECT&quot;,&quot;id&quot;:&quot;735c3e0f-a951-45ec-8492-40fad2c9b823&quot;,&quot;name&quot;:&quot;Sphere&quot;,&quot;relativeTransform&quot;:{&quot;translate&quot;:{&quot;x&quot;:138.29219736740515,&quot;y&quot;:-22.83711359846219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9&quot;}},&quot;f45f7418-0b6a-4c35-adbf-cfaf7e97b7ac&quot;:{&quot;type&quot;:&quot;FIGURE_OBJECT&quot;,&quot;id&quot;:&quot;f45f7418-0b6a-4c35-adbf-cfaf7e97b7ac&quot;,&quot;name&quot;:&quot;Sphere&quot;,&quot;relativeTransform&quot;:{&quot;translate&quot;:{&quot;x&quot;:147.72775301942406,&quot;y&quot;:-29.57679620704705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8&quot;}},&quot;567f15a5-5b26-4eba-8181-e37a619e1829&quot;:{&quot;type&quot;:&quot;FIGURE_OBJECT&quot;,&quot;id&quot;:&quot;567f15a5-5b26-4eba-8181-e37a619e1829&quot;,&quot;name&quot;:&quot;Sphere&quot;,&quot;relativeTransform&quot;:{&quot;translate&quot;:{&quot;x&quot;:141.99902280212694,&quot;y&quot;:-23.174097728891436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75&quot;}},&quot;c37bc15d-4ede-4de0-b36d-5e134a73d1cf&quot;:{&quot;type&quot;:&quot;FIGURE_OBJECT&quot;,&quot;id&quot;:&quot;c37bc15d-4ede-4de0-b36d-5e134a73d1cf&quot;,&quot;name&quot;:&quot;Sphere&quot;,&quot;relativeTransform&quot;:{&quot;translate&quot;:{&quot;x&quot;:126.13072302759117,&quot;y&quot;:-15.961760667436703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7&quot;}},&quot;cd02fd40-732b-4538-9025-c89a549eb33c&quot;:{&quot;type&quot;:&quot;FIGURE_OBJECT&quot;,&quot;id&quot;:&quot;cd02fd40-732b-4538-9025-c89a549eb33c&quot;,&quot;name&quot;:&quot;Sphere&quot;,&quot;relativeTransform&quot;:{&quot;translate&quot;:{&quot;x&quot;:119.18016300109926,&quot;y&quot;:-15.694431435648541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65&quot;}},&quot;1bc6cee8-94f7-4d0a-961a-9c9310a63e50&quot;:{&quot;type&quot;:&quot;FIGURE_OBJECT&quot;,&quot;id&quot;:&quot;1bc6cee8-94f7-4d0a-961a-9c9310a63e50&quot;,&quot;name&quot;:&quot;Sphere&quot;,&quot;relativeTransform&quot;:{&quot;translate&quot;:{&quot;x&quot;:138.16053845805772,&quot;y&quot;:-16.079961059493954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6&quot;}},&quot;e1978e22-4ecd-4aeb-97bc-9581d02dc3ef&quot;:{&quot;type&quot;:&quot;FIGURE_OBJECT&quot;,&quot;id&quot;:&quot;e1978e22-4ecd-4aeb-97bc-9581d02dc3ef&quot;,&quot;name&quot;:&quot;Sphere&quot;,&quot;relativeTransform&quot;:{&quot;translate&quot;:{&quot;x&quot;:120.78413839182814,&quot;y&quot;:-24.248966852869213},&quot;rotate&quot;:0,&quot;skewX&quot;:0,&quot;scale&quot;:{&quot;x&quot;:0.01849846973819202,&quot;y&quot;:0.01849846973819202}},&quot;opacity&quot;:0.66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55&quot;}},&quot;7c78bd4a-32df-43a1-b4b7-ea6ed4172299&quot;:{&quot;type&quot;:&quot;FIGURE_OBJECT&quot;,&quot;id&quot;:&quot;7c78bd4a-32df-43a1-b4b7-ea6ed4172299&quot;,&quot;name&quot;:&quot;Sphere&quot;,&quot;relativeTransform&quot;:{&quot;translate&quot;:{&quot;x&quot;:138.29219736740515,&quot;y&quot;:-26.20695490275458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52&quot;}},&quot;c5468d1b-5b84-4545-ac8a-18f6799c3e71&quot;:{&quot;type&quot;:&quot;FIGURE_OBJECT&quot;,&quot;id&quot;:&quot;c5468d1b-5b84-4545-ac8a-18f6799c3e71&quot;,&quot;name&quot;:&quot;Sphere&quot;,&quot;relativeTransform&quot;:{&quot;translate&quot;:{&quot;x&quot;:148.4017212802825,&quot;y&quot;:-17.445367511594352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5&quot;}},&quot;3c4e22f6-542a-4445-9690-ae2a99bbad23&quot;:{&quot;type&quot;:&quot;FIGURE_OBJECT&quot;,&quot;id&quot;:&quot;3c4e22f6-542a-4445-9690-ae2a99bbad23&quot;,&quot;name&quot;:&quot;Sphere&quot;,&quot;relativeTransform&quot;:{&quot;translate&quot;:{&quot;x&quot;:131.74463689514218,&quot;y&quot;:-16.49641913101299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4&quot;}},&quot;d4cff639-8fcd-44f3-add3-f208ee3da4ee&quot;:{&quot;type&quot;:&quot;FIGURE_OBJECT&quot;,&quot;id&quot;:&quot;d4cff639-8fcd-44f3-add3-f208ee3da4ee&quot;,&quot;name&quot;:&quot;Sphere&quot;,&quot;relativeTransform&quot;:{&quot;translate&quot;:{&quot;x&quot;:128.80401534547255,&quot;y&quot;:-20.506357607835156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3&quot;}},&quot;4b2de286-b1ba-4127-970b-b1d16b4cf082&quot;:{&quot;type&quot;:&quot;FIGURE_OBJECT&quot;,&quot;id&quot;:&quot;4b2de286-b1ba-4127-970b-b1d16b4cf082&quot;,&quot;name&quot;:&quot;Sphere&quot;,&quot;relativeTransform&quot;:{&quot;translate&quot;:{&quot;x&quot;:128.1826734545279,&quot;y&quot;:-25.869970772325335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25&quot;}},&quot;aefcbd9c-bb07-4a4c-8b40-df1f8c6f7f3d&quot;:{&quot;type&quot;:&quot;FIGURE_OBJECT&quot;,&quot;id&quot;:&quot;aefcbd9c-bb07-4a4c-8b40-df1f8c6f7f3d&quot;,&quot;name&quot;:&quot;Sphere&quot;,&quot;relativeTransform&quot;:{&quot;translate&quot;:{&quot;x&quot;:133.88327074944738,&quot;y&quot;:-21.84300376677594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2&quot;}},&quot;8f891b91-70c3-43c4-8cd6-cbeb912d4b71&quot;:{&quot;type&quot;:&quot;FIGURE_OBJECT&quot;,&quot;id&quot;:&quot;8f891b91-70c3-43c4-8cd6-cbeb912d4b71&quot;,&quot;name&quot;:&quot;Sphere&quot;,&quot;relativeTransform&quot;:{&quot;translate&quot;:{&quot;x&quot;:147.51706157064297,&quot;y&quot;:-23.446979157504753},&quot;rotate&quot;:0,&quot;skewX&quot;:0,&quot;scale&quot;:{&quot;x&quot;:0.01849846973819202,&quot;y&quot;:0.01849846973819202}},&quot;opacity&quot;:0.66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15&quot;}},&quot;5eea2698-f1d1-48e2-a5f9-7a8206c75c2a&quot;:{&quot;type&quot;:&quot;FIGURE_OBJECT&quot;,&quot;id&quot;:&quot;5eea2698-f1d1-48e2-a5f9-7a8206c75c2a&quot;,&quot;name&quot;:&quot;Sphere&quot;,&quot;relativeTransform&quot;:{&quot;translate&quot;:{&quot;x&quot;:140.56650154415104,&quot;y&quot;:-19.55524107273989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1&quot;}},&quot;761345f0-3c37-46e3-b14c-c1d5d4f058ba&quot;:{&quot;type&quot;:&quot;FIGURE_OBJECT&quot;,&quot;id&quot;:&quot;761345f0-3c37-46e3-b14c-c1d5d4f058ba&quot;,&quot;name&quot;:&quot;Sphere&quot;,&quot;relativeTransform&quot;:{&quot;translate&quot;:{&quot;x&quot;:144.5764400209733,&quot;y&quot;:-15.545302595917626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05&quot;}},&quot;5d8b190b-aec1-4e43-9748-7b7b5a7c2a83&quot;:{&quot;type&quot;:&quot;FIGURE_OBJECT&quot;,&quot;id&quot;:&quot;5d8b190b-aec1-4e43-9748-7b7b5a7c2a83&quot;,&quot;name&quot;:&quot;Sphere&quot;,&quot;relativeTransform&quot;:{&quot;translate&quot;:{&quot;x&quot;:122.92277224613326,&quot;y&quot;:-19.169711448894372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02&quot;}},&quot;52ffd033-3f26-48c7-bbba-d6901f3c4cc0&quot;:{&quot;type&quot;:&quot;FIGURE_OBJECT&quot;,&quot;id&quot;:&quot;52ffd033-3f26-48c7-bbba-d6901f3c4cc0&quot;,&quot;parent&quot;:{&quot;type&quot;:&quot;CHILD&quot;,&quot;parentId&quot;:&quot;db3d186c-66d8-4593-972a-a2b7e4fbb26a&quot;,&quot;order&quot;:&quot;9999999999998&quot;},&quot;relativeTransform&quot;:{&quot;translate&quot;:{&quot;x&quot;:17.099330672379836,&quot;y&quot;:-0.9491633474418494},&quot;rotate&quot;:0}},&quot;a121458c-a097-40ed-b84d-fa18adfde7aa&quot;:{&quot;type&quot;:&quot;FIGURE_OBJECT&quot;,&quot;id&quot;:&quot;a121458c-a097-40ed-b84d-fa18adfde7aa&quot;,&quot;name&quot;:&quot;Sphere&quot;,&quot;relativeTransform&quot;:{&quot;translate&quot;:{&quot;x&quot;:-33.71740728913923,&quot;y&quot;:-23.99727531432852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9&quot;}},&quot;e1685ba4-f629-468f-b2d1-cf1c4e739ed5&quot;:{&quot;type&quot;:&quot;FIGURE_OBJECT&quot;,&quot;id&quot;:&quot;e1685ba4-f629-468f-b2d1-cf1c4e739ed5&quot;,&quot;name&quot;:&quot;Sphere&quot;,&quot;relativeTransform&quot;:{&quot;translate&quot;:{&quot;x&quot;:-24.281851637120337,&quot;y&quot;:-30.736957922913383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8&quot;}},&quot;2d003ea6-ad57-4efb-82e6-2780a085db5b&quot;:{&quot;type&quot;:&quot;FIGURE_OBJECT&quot;,&quot;id&quot;:&quot;2d003ea6-ad57-4efb-82e6-2780a085db5b&quot;,&quot;name&quot;:&quot;Sphere&quot;,&quot;relativeTransform&quot;:{&quot;translate&quot;:{&quot;x&quot;:-30.010581854417453,&quot;y&quot;:-24.334259444757766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75&quot;}},&quot;e3917180-c26d-44c7-9147-8fd5a85be6cc&quot;:{&quot;type&quot;:&quot;FIGURE_OBJECT&quot;,&quot;id&quot;:&quot;e3917180-c26d-44c7-9147-8fd5a85be6cc&quot;,&quot;name&quot;:&quot;Sphere&quot;,&quot;relativeTransform&quot;:{&quot;translate&quot;:{&quot;x&quot;:-45.87888162895326,&quot;y&quot;:-17.121922383303037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7&quot;}},&quot;1c13a19a-fba5-4832-805c-0dee007c2d4d&quot;:{&quot;type&quot;:&quot;FIGURE_OBJECT&quot;,&quot;id&quot;:&quot;1c13a19a-fba5-4832-805c-0dee007c2d4d&quot;,&quot;name&quot;:&quot;Sphere&quot;,&quot;relativeTransform&quot;:{&quot;translate&quot;:{&quot;x&quot;:-52.82944165544512,&quot;y&quot;:-16.854593151514873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65&quot;}},&quot;c3c6bebf-056f-4a1f-902a-f10da7666644&quot;:{&quot;type&quot;:&quot;FIGURE_OBJECT&quot;,&quot;id&quot;:&quot;c3c6bebf-056f-4a1f-902a-f10da7666644&quot;,&quot;name&quot;:&quot;Sphere&quot;,&quot;relativeTransform&quot;:{&quot;translate&quot;:{&quot;x&quot;:-33.84906619848669,&quot;y&quot;:-17.240122775360284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6&quot;}},&quot;d5ebf5cf-9bc1-4460-ac1f-65c4cf377571&quot;:{&quot;type&quot;:&quot;FIGURE_OBJECT&quot;,&quot;id&quot;:&quot;d5ebf5cf-9bc1-4460-ac1f-65c4cf377571&quot;,&quot;name&quot;:&quot;Sphere&quot;,&quot;relativeTransform&quot;:{&quot;translate&quot;:{&quot;x&quot;:-51.22546626471627,&quot;y&quot;:-25.409128568735543},&quot;rotate&quot;:0,&quot;skewX&quot;:0,&quot;scale&quot;:{&quot;x&quot;:0.01849846973819202,&quot;y&quot;:0.01849846973819202}},&quot;opacity&quot;:0.66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55&quot;}},&quot;e03da56a-fc9f-4f13-adf6-ffabb9395ad6&quot;:{&quot;type&quot;:&quot;FIGURE_OBJECT&quot;,&quot;id&quot;:&quot;e03da56a-fc9f-4f13-adf6-ffabb9395ad6&quot;,&quot;name&quot;:&quot;Sphere&quot;,&quot;relativeTransform&quot;:{&quot;translate&quot;:{&quot;x&quot;:-33.71740728913923,&quot;y&quot;:-27.36711661862091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52&quot;}},&quot;7f08de99-f6dc-43ca-a72b-83568ecdad60&quot;:{&quot;type&quot;:&quot;FIGURE_OBJECT&quot;,&quot;id&quot;:&quot;7f08de99-f6dc-43ca-a72b-83568ecdad60&quot;,&quot;name&quot;:&quot;Sphere&quot;,&quot;relativeTransform&quot;:{&quot;translate&quot;:{&quot;x&quot;:-23.607883376261935,&quot;y&quot;:-18.605529227460686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5&quot;}},&quot;1e3f54c5-636b-49d9-94b2-757d7299ad73&quot;:{&quot;type&quot;:&quot;FIGURE_OBJECT&quot;,&quot;id&quot;:&quot;1e3f54c5-636b-49d9-94b2-757d7299ad73&quot;,&quot;name&quot;:&quot;Sphere&quot;,&quot;relativeTransform&quot;:{&quot;translate&quot;:{&quot;x&quot;:-40.26496776140223,&quot;y&quot;:-17.656580846879322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4&quot;}},&quot;e50bff7b-b35e-4683-abf8-9e3425d346ec&quot;:{&quot;type&quot;:&quot;FIGURE_OBJECT&quot;,&quot;id&quot;:&quot;e50bff7b-b35e-4683-abf8-9e3425d346ec&quot;,&quot;name&quot;:&quot;Sphere&quot;,&quot;relativeTransform&quot;:{&quot;translate&quot;:{&quot;x&quot;:-43.20558931107183,&quot;y&quot;:-21.666519323701486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3&quot;}},&quot;b6bd8f23-3091-4978-8e7b-8fd3b5a4f8ee&quot;:{&quot;type&quot;:&quot;FIGURE_OBJECT&quot;,&quot;id&quot;:&quot;b6bd8f23-3091-4978-8e7b-8fd3b5a4f8ee&quot;,&quot;name&quot;:&quot;Sphere&quot;,&quot;relativeTransform&quot;:{&quot;translate&quot;:{&quot;x&quot;:-43.8269312020165,&quot;y&quot;:-27.03013248819167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25&quot;}},&quot;54d0996c-5d0b-4970-b494-9493366d06b8&quot;:{&quot;type&quot;:&quot;FIGURE_OBJECT&quot;,&quot;id&quot;:&quot;54d0996c-5d0b-4970-b494-9493366d06b8&quot;,&quot;name&quot;:&quot;Sphere&quot;,&quot;relativeTransform&quot;:{&quot;translate&quot;:{&quot;x&quot;:-38.12633390709704,&quot;y&quot;:-23.003165482642274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2&quot;}},&quot;36ae3a20-282a-4100-b0e8-ed8e542854a2&quot;:{&quot;type&quot;:&quot;FIGURE_OBJECT&quot;,&quot;id&quot;:&quot;36ae3a20-282a-4100-b0e8-ed8e542854a2&quot;,&quot;name&quot;:&quot;Sphere&quot;,&quot;relativeTransform&quot;:{&quot;translate&quot;:{&quot;x&quot;:-24.492543085901445,&quot;y&quot;:-24.607140873371083},&quot;rotate&quot;:0,&quot;skewX&quot;:0,&quot;scale&quot;:{&quot;x&quot;:0.01849846973819202,&quot;y&quot;:0.01849846973819202}},&quot;opacity&quot;:0.66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15&quot;}},&quot;6f6a28bd-a667-418f-809c-edded7cc8127&quot;:{&quot;type&quot;:&quot;FIGURE_OBJECT&quot;,&quot;id&quot;:&quot;6f6a28bd-a667-418f-809c-edded7cc8127&quot;,&quot;name&quot;:&quot;Sphere&quot;,&quot;relativeTransform&quot;:{&quot;translate&quot;:{&quot;x&quot;:-31.443103112393338,&quot;y&quot;:-20.715402788606223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1&quot;}},&quot;a030346e-7e7b-4bb0-9dfb-580b38c6b3e2&quot;:{&quot;type&quot;:&quot;FIGURE_OBJECT&quot;,&quot;id&quot;:&quot;a030346e-7e7b-4bb0-9dfb-580b38c6b3e2&quot;,&quot;name&quot;:&quot;Sphere&quot;,&quot;relativeTransform&quot;:{&quot;translate&quot;:{&quot;x&quot;:-27.433164635571096,&quot;y&quot;:-16.70546431178396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05&quot;}},&quot;74902ca7-c041-4fe4-bc3f-551dc6b67cdb&quot;:{&quot;type&quot;:&quot;FIGURE_OBJECT&quot;,&quot;id&quot;:&quot;74902ca7-c041-4fe4-bc3f-551dc6b67cdb&quot;,&quot;name&quot;:&quot;Sphere&quot;,&quot;relativeTransform&quot;:{&quot;translate&quot;:{&quot;x&quot;:-49.08683241041112,&quot;y&quot;:-20.329873164760706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02&quot;}},&quot;ad59a11a-6372-4d86-b063-bec10a8f00bc&quot;:{&quot;type&quot;:&quot;FIGURE_OBJECT&quot;,&quot;id&quot;:&quot;ad59a11a-6372-4d86-b063-bec10a8f00bc&quot;,&quot;parent&quot;:{&quot;type&quot;:&quot;CHILD&quot;,&quot;parentId&quot;:&quot;db3d186c-66d8-4593-972a-a2b7e4fbb26a&quot;,&quot;order&quot;:&quot;999999991&quot;},&quot;relativeTransform&quot;:{&quot;translate&quot;:{&quot;x&quot;:38.702444784336485,&quot;y&quot;:-0.9493240952121934},&quot;rotate&quot;:0}},&quot;ef200960-13ec-4ceb-b659-f267a4ab4cfb&quot;:{&quot;type&quot;:&quot;FIGURE_OBJECT&quot;,&quot;id&quot;:&quot;ef200960-13ec-4ceb-b659-f267a4ab4cfb&quot;,&quot;name&quot;:&quot;Sphere&quot;,&quot;relativeTransform&quot;:{&quot;translate&quot;:{&quot;x&quot;:-207.35397231783332,&quot;y&quot;:-23.99711456655817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9&quot;}},&quot;261d4c8d-e523-4bb6-864b-6b81c4f6740e&quot;:{&quot;type&quot;:&quot;FIGURE_OBJECT&quot;,&quot;id&quot;:&quot;261d4c8d-e523-4bb6-864b-6b81c4f6740e&quot;,&quot;name&quot;:&quot;Sphere&quot;,&quot;relativeTransform&quot;:{&quot;translate&quot;:{&quot;x&quot;:-197.91841666581445,&quot;y&quot;:-30.736797175143032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8&quot;}},&quot;8485c977-040c-4b7d-a4db-91d24802eedf&quot;:{&quot;type&quot;:&quot;FIGURE_OBJECT&quot;,&quot;id&quot;:&quot;8485c977-040c-4b7d-a4db-91d24802eedf&quot;,&quot;name&quot;:&quot;Sphere&quot;,&quot;relativeTransform&quot;:{&quot;translate&quot;:{&quot;x&quot;:-203.64714688311153,&quot;y&quot;:-24.334098696987418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75&quot;}},&quot;02ac3fbe-46a7-45d9-add8-182e593696a5&quot;:{&quot;type&quot;:&quot;FIGURE_OBJECT&quot;,&quot;id&quot;:&quot;02ac3fbe-46a7-45d9-add8-182e593696a5&quot;,&quot;name&quot;:&quot;Sphere&quot;,&quot;relativeTransform&quot;:{&quot;translate&quot;:{&quot;x&quot;:-219.51544665764737,&quot;y&quot;:-17.121761635532685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7&quot;}},&quot;f58a103d-effd-441d-89b6-973356396be1&quot;:{&quot;type&quot;:&quot;FIGURE_OBJECT&quot;,&quot;id&quot;:&quot;f58a103d-effd-441d-89b6-973356396be1&quot;,&quot;name&quot;:&quot;Sphere&quot;,&quot;relativeTransform&quot;:{&quot;translate&quot;:{&quot;x&quot;:-226.46600668413922,&quot;y&quot;:-16.85443240374452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65&quot;}},&quot;489be862-8f97-498d-aaef-05e547ba34cf&quot;:{&quot;type&quot;:&quot;FIGURE_OBJECT&quot;,&quot;id&quot;:&quot;489be862-8f97-498d-aaef-05e547ba34cf&quot;,&quot;name&quot;:&quot;Sphere&quot;,&quot;relativeTransform&quot;:{&quot;translate&quot;:{&quot;x&quot;:-207.4856312271808,&quot;y&quot;:-17.239962027589936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6&quot;}},&quot;b122df23-47eb-4ef7-a8bd-c84237bee918&quot;:{&quot;type&quot;:&quot;FIGURE_OBJECT&quot;,&quot;id&quot;:&quot;b122df23-47eb-4ef7-a8bd-c84237bee918&quot;,&quot;name&quot;:&quot;Sphere&quot;,&quot;relativeTransform&quot;:{&quot;translate&quot;:{&quot;x&quot;:-224.86203129341035,&quot;y&quot;:-25.4089678209652},&quot;rotate&quot;:0,&quot;skewX&quot;:0,&quot;scale&quot;:{&quot;x&quot;:0.01849846973819202,&quot;y&quot;:0.01849846973819202}},&quot;opacity&quot;:0.66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55&quot;}},&quot;94d7643e-a4b8-4e55-8204-79f4cb090068&quot;:{&quot;type&quot;:&quot;FIGURE_OBJECT&quot;,&quot;id&quot;:&quot;94d7643e-a4b8-4e55-8204-79f4cb090068&quot;,&quot;name&quot;:&quot;Sphere&quot;,&quot;relativeTransform&quot;:{&quot;translate&quot;:{&quot;x&quot;:-207.35397231783332,&quot;y&quot;:-27.366955870850564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52&quot;}},&quot;07af11bd-9fbe-4f22-9b1c-a1a59f683284&quot;:{&quot;type&quot;:&quot;FIGURE_OBJECT&quot;,&quot;id&quot;:&quot;07af11bd-9fbe-4f22-9b1c-a1a59f683284&quot;,&quot;name&quot;:&quot;Sphere&quot;,&quot;relativeTransform&quot;:{&quot;translate&quot;:{&quot;x&quot;:-197.24444840495602,&quot;y&quot;:-18.605368479690334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5&quot;}},&quot;f1a56c1f-440a-4220-94bc-a5baa58e0c2c&quot;:{&quot;type&quot;:&quot;FIGURE_OBJECT&quot;,&quot;id&quot;:&quot;f1a56c1f-440a-4220-94bc-a5baa58e0c2c&quot;,&quot;name&quot;:&quot;Sphere&quot;,&quot;relativeTransform&quot;:{&quot;translate&quot;:{&quot;x&quot;:-213.9015327900963,&quot;y&quot;:-17.65642009910897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4&quot;}},&quot;2d7f80ba-5ad0-4734-83c9-218ee0a73071&quot;:{&quot;type&quot;:&quot;FIGURE_OBJECT&quot;,&quot;id&quot;:&quot;2d7f80ba-5ad0-4734-83c9-218ee0a73071&quot;,&quot;name&quot;:&quot;Sphere&quot;,&quot;relativeTransform&quot;:{&quot;translate&quot;:{&quot;x&quot;:-216.8421543397659,&quot;y&quot;:-21.666358575931138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3&quot;}},&quot;10cec980-ded9-49cb-88d6-2b5c56991646&quot;:{&quot;type&quot;:&quot;FIGURE_OBJECT&quot;,&quot;id&quot;:&quot;10cec980-ded9-49cb-88d6-2b5c56991646&quot;,&quot;name&quot;:&quot;Sphere&quot;,&quot;relativeTransform&quot;:{&quot;translate&quot;:{&quot;x&quot;:-217.4634962307106,&quot;y&quot;:-27.029971740421313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25&quot;}},&quot;c74af36a-1019-4510-9289-843355d9c34c&quot;:{&quot;type&quot;:&quot;FIGURE_OBJECT&quot;,&quot;id&quot;:&quot;c74af36a-1019-4510-9289-843355d9c34c&quot;,&quot;name&quot;:&quot;Sphere&quot;,&quot;relativeTransform&quot;:{&quot;translate&quot;:{&quot;x&quot;:-211.76289893579113,&quot;y&quot;:-23.003004734871926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2&quot;}},&quot;37b48d3e-7c21-4346-85e1-53e6bb9d7e04&quot;:{&quot;type&quot;:&quot;FIGURE_OBJECT&quot;,&quot;id&quot;:&quot;37b48d3e-7c21-4346-85e1-53e6bb9d7e04&quot;,&quot;name&quot;:&quot;Sphere&quot;,&quot;relativeTransform&quot;:{&quot;translate&quot;:{&quot;x&quot;:-198.12910811459554,&quot;y&quot;:-24.606980125600735},&quot;rotate&quot;:0,&quot;skewX&quot;:0,&quot;scale&quot;:{&quot;x&quot;:0.01849846973819202,&quot;y&quot;:0.01849846973819202}},&quot;opacity&quot;:0.66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15&quot;}},&quot;7c552191-546d-4832-ab77-a8c6b6017739&quot;:{&quot;type&quot;:&quot;FIGURE_OBJECT&quot;,&quot;id&quot;:&quot;7c552191-546d-4832-ab77-a8c6b6017739&quot;,&quot;name&quot;:&quot;Sphere&quot;,&quot;relativeTransform&quot;:{&quot;translate&quot;:{&quot;x&quot;:-205.07966814108744,&quot;y&quot;:-20.715242040835875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1&quot;}},&quot;198d0f91-3a72-4eea-9358-a657a9f836d6&quot;:{&quot;type&quot;:&quot;FIGURE_OBJECT&quot;,&quot;id&quot;:&quot;198d0f91-3a72-4eea-9358-a657a9f836d6&quot;,&quot;name&quot;:&quot;Sphere&quot;,&quot;relativeTransform&quot;:{&quot;translate&quot;:{&quot;x&quot;:-201.06972966426517,&quot;y&quot;:-16.70530356401361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05&quot;}},&quot;e0a78487-a527-478b-925f-d2d53f74fa3e&quot;:{&quot;type&quot;:&quot;FIGURE_OBJECT&quot;,&quot;id&quot;:&quot;e0a78487-a527-478b-925f-d2d53f74fa3e&quot;,&quot;name&quot;:&quot;Sphere&quot;,&quot;relativeTransform&quot;:{&quot;translate&quot;:{&quot;x&quot;:-222.72339743910518,&quot;y&quot;:-20.329712416990358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02&quot;}},&quot;224d69d4-ea4f-4b05-91c6-35dafc676fa6&quot;:{&quot;type&quot;:&quot;FIGURE_OBJECT&quot;,&quot;id&quot;:&quot;224d69d4-ea4f-4b05-91c6-35dafc676fa6&quot;,&quot;relativeTransform&quot;:{&quot;translate&quot;:{&quot;x&quot;:176.19401562324228,&quot;y&quot;:100.49683401076945},&quot;rotate&quot;:0},&quot;opacity&quot;:1,&quot;path&quot;:{&quot;type&quot;:&quot;POLY_LINE&quot;,&quot;points&quot;:[{&quot;x&quot;:-1.967560759518644,&quot;y&quot;:0},{&quot;x&quot;:1.967560759518644,&quot;y&quot;:0}],&quot;closed&quot;:false},&quot;pathStyles&quot;:[{&quot;type&quot;:&quot;FILL&quot;,&quot;fillStyle&quot;:&quot;rgba(0,0,0,0)&quot;},{&quot;type&quot;:&quot;STROKE&quot;,&quot;strokeStyle&quot;:&quot;rgb(255, 0, 178)&quot;,&quot;lineWidth&quot;:0.618975403110415,&quot;lineJoin&quot;:&quot;round&quot;}],&quot;isLocked&quot;:false,&quot;parent&quot;:{&quot;type&quot;:&quot;CHILD&quot;,&quot;parentId&quot;:&quot;db3d186c-66d8-4593-972a-a2b7e4fbb26a&quot;,&quot;order&quot;:&quot;99999999999&quot;},&quot;connectorInfo&quot;:{&quot;connectedObjects&quot;:[],&quot;type&quot;:&quot;LINE&quot;,&quot;offset&quot;:{&quot;x&quot;:0,&quot;y&quot;:0},&quot;bending&quot;:0.1,&quot;firstElementIsHead&quot;:true,&quot;customized&quot;:false}},&quot;1ad38705-76b2-43b0-a005-87e137132131&quot;:{&quot;type&quot;:&quot;FIGURE_OBJECT&quot;,&quot;id&quot;:&quot;1ad38705-76b2-43b0-a005-87e137132131&quot;,&quot;relativeTransform&quot;:{&quot;translate&quot;:{&quot;x&quot;:186.64949590836855,&quot;y&quot;:100.49683401076943},&quot;rotate&quot;:2.4492935982947054e-16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4]}],&quot;text&quot;:&quot;IFN-γ&quot;}],&quot;verticalAlign&quot;:&quot;TOP&quot;,&quot;_lastCaretLocation&quot;:{&quot;lineIndex&quot;:0,&quot;runIndex&quot;:-1,&quot;charIndex&quot;:-1,&quot;endOfLine&quot;:true}},&quot;size&quot;:{&quot;x&quot;:15.002728757811497,&quot;y&quot;:6.189754031104151},&quot;targetSize&quot;:{&quot;x&quot;:15.002728757811497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999998&quot;}},&quot;7f7e9bd1-446f-4e82-b2ce-e1c7457884d5&quot;:{&quot;type&quot;:&quot;FIGURE_OBJECT&quot;,&quot;id&quot;:&quot;7f7e9bd1-446f-4e82-b2ce-e1c7457884d5&quot;,&quot;relativeTransform&quot;:{&quot;translate&quot;:{&quot;x&quot;:186.64942073585325,&quot;y&quot;:93.77560882914825},&quot;rotate&quot;:2.4492935982947054e-16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4]}],&quot;text&quot;:&quot;IFN-α&quot;}],&quot;verticalAlign&quot;:&quot;TOP&quot;,&quot;_lastCaretLocation&quot;:{&quot;lineIndex&quot;:0,&quot;runIndex&quot;:-1,&quot;charIndex&quot;:-1,&quot;endOfLine&quot;:true}},&quot;size&quot;:{&quot;x&quot;:15.002728757811497,&quot;y&quot;:6.189754031104151},&quot;targetSize&quot;:{&quot;x&quot;:15.002728757811497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9999975&quot;}},&quot;e5a6ffc6-d3ad-410e-bfa6-3ecc98ce9f65&quot;:{&quot;type&quot;:&quot;FIGURE_OBJECT&quot;,&quot;id&quot;:&quot;e5a6ffc6-d3ad-410e-bfa6-3ecc98ce9f65&quot;,&quot;relativeTransform&quot;:{&quot;translate&quot;:{&quot;x&quot;:186.64954368418543,&quot;y&quot;:87.05438364752705},&quot;rotate&quot;:2.4492935982947054e-16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1906769146323,&quot;color&quot;:&quot;#232323&quot;,&quot;fontWeight&quot;:&quot;normal&quot;,&quot;fontStyle&quot;:&quot;normal&quot;,&quot;decoration&quot;:&quot;none&quot;,&quot;script&quot;:&quot;none&quot;},&quot;range&quot;:[0,4]}],&quot;text&quot;:&quot;IL-10&quot;}],&quot;verticalAlign&quot;:&quot;TOP&quot;,&quot;_lastCaretLocation&quot;:{&quot;lineIndex&quot;:0,&quot;runIndex&quot;:-1,&quot;charIndex&quot;:-1,&quot;endOfLine&quot;:true}},&quot;size&quot;:{&quot;x&quot;:15.00304982699106,&quot;y&quot;:6.189754031104151},&quot;targetSize&quot;:{&quot;x&quot;:15.00304982699106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999997&quot;}},&quot;a9e72930-ebff-4631-976a-c9583d2abed8&quot;:{&quot;type&quot;:&quot;FIGURE_OBJECT&quot;,&quot;id&quot;:&quot;a9e72930-ebff-4631-976a-c9583d2abed8&quot;,&quot;relativeTransform&quot;:{&quot;translate&quot;:{&quot;x&quot;:164.14829794466215,&quot;y&quot;:93.60243274706833},&quot;rotate&quot;:-2.712036172720011e-16},&quot;opacity&quot;:1,&quot;path&quot;:{&quot;type&quot;:&quot;POLY_LINE&quot;,&quot;points&quot;:[{&quot;x&quot;:27.274556421176673,&quot;y&quot;:-31.351536388791423},{&quot;x&quot;:18.45447555728445,&quot;y&quot;:-27.356228372077734},{&quot;x&quot;:9.305648357273512,&quot;y&quot;:-23.00688397014316},{&quot;x&quot;:0.5003407110057678,&quot;y&quot;:-15.832130456292186},{&quot;x&quot;:-8.148849493109372,&quot;y&quot;:-7.133389198771559},{&quot;x&quot;:-17.184128883035186,&quot;y&quot;:4.4082046078491715},{&quot;x&quot;:-25.989596355569393,&quot;y&quot;:9.780480777676907},{&quot;x&quot;:-34.55464270868695,&quot;y&quot;:13.177562132565638}],&quot;closed&quot;:false,&quot;selectedObjectIds&quot;:[&quot;969739eb-f0c6-4df8-a73d-96316265006e&quot;],&quot;cornerRounding&quot;:{&quot;type&quot;:&quot;ARC_LENGTH&quot;,&quot;global&quot;:0}},&quot;pathStyles&quot;:[{&quot;type&quot;:&quot;FILL&quot;,&quot;fillStyle&quot;:&quot;transparent&quot;},{&quot;type&quot;:&quot;STROKE&quot;,&quot;strokeStyle&quot;:&quot;rgb(255, 0, 178)&quot;,&quot;lineWidth&quot;:0.618975403110415,&quot;lineJoin&quot;:&quot;round&quot;}],&quot;isLocked&quot;:false,&quot;parent&quot;:{&quot;type&quot;:&quot;CHILD&quot;,&quot;parentId&quot;:&quot;db3d186c-66d8-4593-972a-a2b7e4fbb26a&quot;,&quot;order&quot;:&quot;999999999965&quot;},&quot;connectorInfo&quot;:{&quot;connectedObjects&quot;:[],&quot;type&quot;:&quot;ELBOW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00b6c917-7510-4983-93a1-f7b4cc758b17&quot;:{&quot;type&quot;:&quot;FIGURE_OBJECT&quot;,&quot;id&quot;:&quot;00b6c917-7510-4983-93a1-f7b4cc758b17&quot;,&quot;relativeTransform&quot;:{&quot;translate&quot;:{&quot;x&quot;:164.14864422292837,&quot;y&quot;:91.0399879526616},&quot;rotate&quot;:-2.712036172720011e-16},&quot;opacity&quot;:1,&quot;path&quot;:{&quot;type&quot;:&quot;POLY_LINE&quot;,&quot;points&quot;:[{&quot;x&quot;:27.274556421176673,&quot;y&quot;:-31.351536388791423},{&quot;x&quot;:18.45447555728445,&quot;y&quot;:-27.356228372077734},{&quot;x&quot;:9.305648357273512,&quot;y&quot;:-22.250099480285105},{&quot;x&quot;:0.5003407110057678,&quot;y&quot;:-15.832130456292186},{&quot;x&quot;:-8.148849493109372,&quot;y&quot;:-7.133389198771559},{&quot;x&quot;:-17.24108447188215,&quot;y&quot;:3.146897124752419},{&quot;x&quot;:-25.989596355569393,&quot;y&quot;:9.780480777676907},{&quot;x&quot;:-34.725509475227796,&quot;y&quot;:14.880327234746257}],&quot;closed&quot;:false,&quot;selectedObjectIds&quot;:[&quot;969739eb-f0c6-4df8-a73d-96316265006e&quot;],&quot;cornerRounding&quot;:{&quot;type&quot;:&quot;ARC_LENGTH&quot;,&quot;global&quot;:0}},&quot;pathStyles&quot;:[{&quot;type&quot;:&quot;FILL&quot;,&quot;fillStyle&quot;:&quot;transparent&quot;},{&quot;type&quot;:&quot;STROKE&quot;,&quot;strokeStyle&quot;:&quot;rgb(133, 80, 255)&quot;,&quot;lineWidth&quot;:0.618975403110415,&quot;lineJoin&quot;:&quot;round&quot;}],&quot;isLocked&quot;:false,&quot;parent&quot;:{&quot;type&quot;:&quot;CHILD&quot;,&quot;parentId&quot;:&quot;db3d186c-66d8-4593-972a-a2b7e4fbb26a&quot;,&quot;order&quot;:&quot;99999999996&quot;},&quot;connectorInfo&quot;:{&quot;connectedObjects&quot;:[],&quot;type&quot;:&quot;ELBOW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67b4be06-e151-4159-9141-5c25ee3a3707&quot;:{&quot;type&quot;:&quot;FIGURE_OBJECT&quot;,&quot;id&quot;:&quot;67b4be06-e151-4159-9141-5c25ee3a3707&quot;,&quot;relativeTransform&quot;:{&quot;translate&quot;:{&quot;x&quot;:164.1485767440441,&quot;y&quot;:89.22486304355513},&quot;rotate&quot;:-2.712036172720011e-16},&quot;opacity&quot;:1,&quot;path&quot;:{&quot;type&quot;:&quot;POLY_LINE&quot;,&quot;points&quot;:[{&quot;x&quot;:27.328472621879335,&quot;y&quot;:-30.575437138321913},{&quot;x&quot;:18.508391757987113,&quot;y&quot;:-26.75922894863965},{&quot;x&quot;:9.305648357273512,&quot;y&quot;:-22.250099480285105},{&quot;x&quot;:0.5003407110057678,&quot;y&quot;:-15.832130456292186},{&quot;x&quot;:-8.148849493109372,&quot;y&quot;:-7.133389198771559},{&quot;x&quot;:-17.24108447188215,&quot;y&quot;:3.146897124752419},{&quot;x&quot;:-25.989596355569393,&quot;y&quot;:9.780480777676907},{&quot;x&quot;:-34.779425675930455,&quot;y&quot;:12.731129310369118}],&quot;closed&quot;:false,&quot;selectedObjectIds&quot;:[&quot;b1148083-3d2b-4dd1-a76f-0da67f4d8ea3&quot;],&quot;cornerRounding&quot;:{&quot;type&quot;:&quot;ARC_LENGTH&quot;,&quot;global&quot;:0}},&quot;pathStyles&quot;:[{&quot;type&quot;:&quot;FILL&quot;,&quot;fillStyle&quot;:&quot;transparent&quot;},{&quot;type&quot;:&quot;STROKE&quot;,&quot;strokeStyle&quot;:&quot;rgb(0, 181, 248)&quot;,&quot;lineWidth&quot;:0.618975403110415,&quot;lineJoin&quot;:&quot;round&quot;}],&quot;isLocked&quot;:false,&quot;parent&quot;:{&quot;type&quot;:&quot;CHILD&quot;,&quot;parentId&quot;:&quot;db3d186c-66d8-4593-972a-a2b7e4fbb26a&quot;,&quot;order&quot;:&quot;999999999955&quot;},&quot;connectorInfo&quot;:{&quot;connectedObjects&quot;:[],&quot;type&quot;:&quot;ELBOW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47fe3491-ed2e-4fda-a1dd-18c89faa21aa&quot;:{&quot;type&quot;:&quot;FIGURE_OBJECT&quot;,&quot;id&quot;:&quot;47fe3491-ed2e-4fda-a1dd-18c89faa21aa&quot;,&quot;relativeTransform&quot;:{&quot;translate&quot;:{&quot;x&quot;:176.19401562324228,&quot;y&quot;:80.33315846590587},&quot;rotate&quot;:0},&quot;opacity&quot;:1,&quot;path&quot;:{&quot;type&quot;:&quot;POLY_LINE&quot;,&quot;points&quot;:[{&quot;x&quot;:-1.967560759518644,&quot;y&quot;:0},{&quot;x&quot;:1.967560759518644,&quot;y&quot;:0}],&quot;closed&quot;:false},&quot;pathStyles&quot;:[{&quot;type&quot;:&quot;FILL&quot;,&quot;fillStyle&quot;:&quot;rgba(0,0,0,0)&quot;},{&quot;type&quot;:&quot;STROKE&quot;,&quot;strokeStyle&quot;:&quot;rgb(13, 215, 0)&quot;,&quot;lineWidth&quot;:0.618975403110415,&quot;lineJoin&quot;:&quot;round&quot;}],&quot;isLocked&quot;:false,&quot;parent&quot;:{&quot;type&quot;:&quot;CHILD&quot;,&quot;parentId&quot;:&quot;db3d186c-66d8-4593-972a-a2b7e4fbb26a&quot;,&quot;order&quot;:&quot;99999999995&quot;},&quot;connectorInfo&quot;:{&quot;connectedObjects&quot;:[],&quot;type&quot;:&quot;LINE&quot;,&quot;offset&quot;:{&quot;x&quot;:0,&quot;y&quot;:0},&quot;bending&quot;:0.1,&quot;firstElementIsHead&quot;:true,&quot;customized&quot;:false}},&quot;39370c4e-91f1-4897-8f39-ece33f93b6c6&quot;:{&quot;type&quot;:&quot;FIGURE_OBJECT&quot;,&quot;id&quot;:&quot;39370c4e-91f1-4897-8f39-ece33f93b6c6&quot;,&quot;relativeTransform&quot;:{&quot;translate&quot;:{&quot;x&quot;:162.64984577888555,&quot;y&quot;:82.22824451912905},&quot;rotate&quot;:0},&quot;opacity&quot;:1,&quot;path&quot;:{&quot;type&quot;:&quot;POLY_LINE&quot;,&quot;points&quot;:[{&quot;x&quot;:-35.39753715717867,&quot;y&quot;:-25.64168981912041},{&quot;x&quot;:-35.39753715717867,&quot;y&quot;:25.262400864637456},{&quot;x&quot;:31.294915577697587,&quot;y&quot;:25.262400864637456}],&quot;closed&quot;:false},&quot;pathStyles&quot;:[{&quot;type&quot;:&quot;FILL&quot;,&quot;fillStyle&quot;:&quot;transparent&quot;},{&quot;type&quot;:&quot;STROKE&quot;,&quot;strokeStyle&quot;:&quot;#232323&quot;,&quot;lineWidth&quot;:0.41265026874027666,&quot;lineJoin&quot;:&quot;round&quot;}],&quot;pathMarkers&quot;:{},&quot;isLocked&quot;:false,&quot;parent&quot;:{&quot;type&quot;:&quot;CHILD&quot;,&quot;parentId&quot;:&quot;db3d186c-66d8-4593-972a-a2b7e4fbb26a&quot;,&quot;order&quot;:&quot;99999999992&quot;}},&quot;2cd94cb8-3fee-4fd7-88a8-10d2bbe9bf25&quot;:{&quot;type&quot;:&quot;FIGURE_OBJECT&quot;,&quot;id&quot;:&quot;2cd94cb8-3fee-4fd7-88a8-10d2bbe9bf25&quot;,&quot;relativeTransform&quot;:{&quot;translate&quot;:{&quot;x&quot;:176.19401562324228,&quot;y&quot;:87.05438364752705},&quot;rotate&quot;:0},&quot;opacity&quot;:1,&quot;path&quot;:{&quot;type&quot;:&quot;POLY_LINE&quot;,&quot;points&quot;:[{&quot;x&quot;:-1.967560759518644,&quot;y&quot;:0},{&quot;x&quot;:1.967560759518644,&quot;y&quot;:0}],&quot;closed&quot;:false},&quot;pathStyles&quot;:[{&quot;type&quot;:&quot;FILL&quot;,&quot;fillStyle&quot;:&quot;rgba(0,0,0,0)&quot;},{&quot;type&quot;:&quot;STROKE&quot;,&quot;strokeStyle&quot;:&quot;rgb(0, 181, 248)&quot;,&quot;lineWidth&quot;:0.618975403110415,&quot;lineJoin&quot;:&quot;round&quot;}],&quot;isLocked&quot;:false,&quot;parent&quot;:{&quot;type&quot;:&quot;CHILD&quot;,&quot;parentId&quot;:&quot;db3d186c-66d8-4593-972a-a2b7e4fbb26a&quot;,&quot;order&quot;:&quot;99999999994&quot;},&quot;connectorInfo&quot;:{&quot;connectedObjects&quot;:[],&quot;type&quot;:&quot;LINE&quot;,&quot;offset&quot;:{&quot;x&quot;:0,&quot;y&quot;:0},&quot;bending&quot;:0.1,&quot;firstElementIsHead&quot;:true,&quot;customized&quot;:false}},&quot;b88d299e-ebcb-4be3-b0c9-a226ca23c955&quot;:{&quot;type&quot;:&quot;FIGURE_OBJECT&quot;,&quot;id&quot;:&quot;b88d299e-ebcb-4be3-b0c9-a226ca23c955&quot;,&quot;relativeTransform&quot;:{&quot;translate&quot;:{&quot;x&quot;:176.19401562324228,&quot;y&quot;:93.77560882914825},&quot;rotate&quot;:0},&quot;opacity&quot;:1,&quot;path&quot;:{&quot;type&quot;:&quot;POLY_LINE&quot;,&quot;points&quot;:[{&quot;x&quot;:-1.967560759518644,&quot;y&quot;:0},{&quot;x&quot;:1.967560759518644,&quot;y&quot;:0}],&quot;closed&quot;:false},&quot;pathStyles&quot;:[{&quot;type&quot;:&quot;FILL&quot;,&quot;fillStyle&quot;:&quot;rgba(0,0,0,0)&quot;},{&quot;type&quot;:&quot;STROKE&quot;,&quot;strokeStyle&quot;:&quot;rgb(133, 80, 255)&quot;,&quot;lineWidth&quot;:0.618975403110415,&quot;lineJoin&quot;:&quot;round&quot;}],&quot;isLocked&quot;:false,&quot;parent&quot;:{&quot;type&quot;:&quot;CHILD&quot;,&quot;parentId&quot;:&quot;db3d186c-66d8-4593-972a-a2b7e4fbb26a&quot;,&quot;order&quot;:&quot;999999999925&quot;},&quot;connectorInfo&quot;:{&quot;connectedObjects&quot;:[],&quot;type&quot;:&quot;LINE&quot;,&quot;offset&quot;:{&quot;x&quot;:0,&quot;y&quot;:0},&quot;bending&quot;:0.1,&quot;firstElementIsHead&quot;:true,&quot;customized&quot;:false}},&quot;387d78c3-dfac-4ed1-852d-f4b7cbf344c0&quot;:{&quot;type&quot;:&quot;FIGURE_OBJECT&quot;,&quot;id&quot;:&quot;387d78c3-dfac-4ed1-852d-f4b7cbf344c0&quot;,&quot;relativeTransform&quot;:{&quot;translate&quot;:{&quot;x&quot;:186.6494532758448,&quot;y&quot;:80.33315846590587},&quot;rotate&quot;:2.4492935982947054e-16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1971428849548,&quot;color&quot;:&quot;#232323&quot;,&quot;fontWeight&quot;:&quot;normal&quot;,&quot;fontStyle&quot;:&quot;normal&quot;,&quot;decoration&quot;:&quot;none&quot;,&quot;script&quot;:&quot;none&quot;},&quot;range&quot;:[0,3]}],&quot;text&quot;:&quot;IL-4&quot;}],&quot;verticalAlign&quot;:&quot;TOP&quot;,&quot;_lastCaretLocation&quot;:{&quot;lineIndex&quot;:0,&quot;runIndex&quot;:-1,&quot;charIndex&quot;:-1,&quot;endOfLine&quot;:true}},&quot;size&quot;:{&quot;x&quot;:15.003395217916779,&quot;y&quot;:6.189754031104151},&quot;targetSize&quot;:{&quot;x&quot;:15.003395217916779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999993&quot;}},&quot;c94a6a69-4cf8-482a-b3fc-1edaaca6fd5a&quot;:{&quot;type&quot;:&quot;FIGURE_OBJECT&quot;,&quot;id&quot;:&quot;c94a6a69-4cf8-482a-b3fc-1edaaca6fd5a&quot;,&quot;relativeTransform&quot;:{&quot;translate&quot;:{&quot;x&quot;:164.1487516126105,&quot;y&quot;:87.26530673960887},&quot;rotate&quot;:-2.712036172720011e-16},&quot;opacity&quot;:1,&quot;path&quot;:{&quot;type&quot;:&quot;POLY_LINE&quot;,&quot;points&quot;:[{&quot;x&quot;:27.328472621879335,&quot;y&quot;:-30.575437138321913},{&quot;x&quot;:18.508391757987113,&quot;y&quot;:-26.326114458731904},{&quot;x&quot;:9.361527539655807,&quot;y&quot;:-21.56949099614436},{&quot;x&quot;:0.44446152862347155,&quot;y&quot;:-15.460889464942689},{&quot;x&quot;:-8.148849493109372,&quot;y&quot;:-7.133389198771559},{&quot;x&quot;:-17.29696365426445,&quot;y&quot;:2.5900356377281764},{&quot;x&quot;:-26.045475537951692,&quot;y&quot;:9.09987229353616},{&quot;x&quot;:-34.891184040695045,&quot;y&quot;:12.050520826228384}],&quot;closed&quot;:false,&quot;selectedObjectIds&quot;:[&quot;b1148083-3d2b-4dd1-a76f-0da67f4d8ea3&quot;],&quot;cornerRounding&quot;:{&quot;type&quot;:&quot;ARC_LENGTH&quot;,&quot;global&quot;:0}},&quot;pathStyles&quot;:[{&quot;type&quot;:&quot;FILL&quot;,&quot;fillStyle&quot;:&quot;transparent&quot;},{&quot;type&quot;:&quot;STROKE&quot;,&quot;strokeStyle&quot;:&quot;rgb(13, 215, 0)&quot;,&quot;lineWidth&quot;:0.618975403110415,&quot;lineJoin&quot;:&quot;round&quot;}],&quot;isLocked&quot;:false,&quot;parent&quot;:{&quot;type&quot;:&quot;CHILD&quot;,&quot;parentId&quot;:&quot;db3d186c-66d8-4593-972a-a2b7e4fbb26a&quot;,&quot;order&quot;:&quot;999999999915&quot;},&quot;connectorInfo&quot;:{&quot;connectedObjects&quot;:[],&quot;type&quot;:&quot;ELBOW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836e5179-74fa-4253-9765-da9179d7fe9d&quot;:{&quot;type&quot;:&quot;FIGURE_OBJECT&quot;,&quot;id&quot;:&quot;836e5179-74fa-4253-9765-da9179d7fe9d&quot;,&quot;relativeTransform&quot;:{&quot;translate&quot;:{&quot;x&quot;:162.2944139575685,&quot;y&quot;:112.4499886321248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12]}],&quot;text&quot;:&quot;Concentration&quot;}],&quot;verticalAlign&quot;:&quot;TOP&quot;,&quot;_lastCaretLocation&quot;:{&quot;lineIndex&quot;:0,&quot;runIndex&quot;:-1,&quot;charIndex&quot;:-1,&quot;endOfLine&quot;:true}},&quot;size&quot;:{&quot;x&quot;:34.95366140355508,&quot;y&quot;:6.189754031104151},&quot;targetSize&quot;:{&quot;x&quot;:34.95366140355508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999991&quot;}},&quot;b85a0db1-aacb-4f11-acd9-c8b093cec114&quot;:{&quot;type&quot;:&quot;FIGURE_OBJECT&quot;,&quot;id&quot;:&quot;b85a0db1-aacb-4f11-acd9-c8b093cec114&quot;,&quot;relativeTransform&quot;:{&quot;translate&quot;:{&quot;x&quot;:118.94406112116418,&quot;y&quot;:82.03860004188759},&quot;rotate&quot;:-1.5707963267948966,&quot;skewX&quot;:-1.292148321380471e-32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21]}],&quot;text&quot;:&quot;Fluorescence intensity&quot;}],&quot;verticalAlign&quot;:&quot;TOP&quot;,&quot;_lastCaretLocation&quot;:{&quot;lineIndex&quot;:0,&quot;runIndex&quot;:-1,&quot;charIndex&quot;:-1,&quot;endOfLine&quot;:true}},&quot;size&quot;:{&quot;x&quot;:36.53945390552956,&quot;y&quot;:12.407018080124319},&quot;targetSize&quot;:{&quot;x&quot;:36.53945390552956,&quot;y&quot;:12.407018080124319},&quot;format&quot;:&quot;BETTER_TEXT&quot;,&quot;verticalAlign&quot;:&quot;TOP&quot;},&quot;isLocked&quot;:false,&quot;parent&quot;:{&quot;type&quot;:&quot;CHILD&quot;,&quot;parentId&quot;:&quot;db3d186c-66d8-4593-972a-a2b7e4fbb26a&quot;,&quot;order&quot;:&quot;999999999905&quot;}},&quot;49db8f5d-a087-40e7-bb8f-1ba45b444f0a&quot;:{&quot;type&quot;:&quot;FIGURE_OBJECT&quot;,&quot;id&quot;:&quot;49db8f5d-a087-40e7-bb8f-1ba45b444f0a&quot;,&quot;relativeTransform&quot;:{&quot;translate&quot;:{&quot;x&quot;:99.57475660487798,&quot;y&quot;:26.7790648300245},&quot;rotate&quot;:0},&quot;layout&quot;:{&quot;sizeRatio&quot;:{&quot;x&quot;:0.88,&quot;y&quot;:0.88},&quot;keepAspectRatio&quot;:true},&quot;opacity&quot;:1,&quot;path&quot;:{&quot;type&quot;:&quot;ELLIPSE&quot;,&quot;size&quot;:{&quot;x&quot;:8.909494438710524,&quot;y&quot;:8.90949443871052}},&quot;pathStyles&quot;:[{&quot;type&quot;:&quot;FILL&quot;,&quot;fillStyle&quot;:&quot;rgba(255,255,255,1)&quot;},{&quot;type&quot;:&quot;STROKE&quot;,&quot;strokeStyle&quot;:&quot;rgba(0,0,0,1)&quot;,&quot;lineWidth&quot;:0.6058013213337143,&quot;lineJoin&quot;:&quot;round&quot;}],&quot;isLocked&quot;:false,&quot;parent&quot;:{&quot;type&quot;:&quot;CHILD&quot;,&quot;parentId&quot;:&quot;db3d186c-66d8-4593-972a-a2b7e4fbb26a&quot;,&quot;order&quot;:&quot;9999999998&quot;}},&quot;72ef66b7-7942-45ed-b0f6-5ca3baa495d1&quot;:{&quot;type&quot;:&quot;FIGURE_OBJECT&quot;,&quot;id&quot;:&quot;72ef66b7-7942-45ed-b0f6-5ca3baa495d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6.6024042998444274,&quot;color&quot;:&quot;rgb(0,0,0)&quot;,&quot;fontWeight&quot;:&quot;normal&quot;,&quot;fontStyle&quot;:&quot;normal&quot;,&quot;decoration&quot;:&quot;none&quot;,&quot;script&quot;:&quot;none&quot;},&quot;range&quot;:[0,0]}],&quot;text&quot;:&quot;6&quot;}],&quot;verticalAlign&quot;:&quot;TOP&quot;,&quot;_lastCaretLocation&quot;:{&quot;lineIndex&quot;:0,&quot;runIndex&quot;:-1,&quot;charIndex&quot;:-1,&quot;endOfLine&quot;:true}},&quot;size&quot;:{&quot;x&quot;:7.4634722788313645,&quot;y&quot;:7.840355106065257},&quot;targetSize&quot;:{&quot;x&quot;:7.4634722788313645,&quot;y&quot;:2},&quot;format&quot;:&quot;BETTER_TEXT&quot;,&quot;verticalAlign&quot;:&quot;TOP&quot;},&quot;parent&quot;:{&quot;type&quot;:&quot;CHILD&quot;,&quot;parentId&quot;:&quot;49db8f5d-a087-40e7-bb8f-1ba45b444f0a&quot;,&quot;order&quot;:&quot;5&quot;}},&quot;9c912a67-3c02-4076-87f0-2a5bfbfee69e&quot;:{&quot;type&quot;:&quot;FIGURE_OBJECT&quot;,&quot;id&quot;:&quot;9c912a67-3c02-4076-87f0-2a5bfbfee69e&quot;,&quot;relativeTransform&quot;:{&quot;translate&quot;:{&quot;x&quot;:160.08200856183447,&quot;y&quot;:29.9748535931139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6.6024042998444274,&quot;color&quot;:&quot;#232323&quot;,&quot;fontWeight&quot;:&quot;normal&quot;,&quot;fontStyle&quot;:&quot;normal&quot;,&quot;decoration&quot;:&quot;none&quot;,&quot;script&quot;:&quot;none&quot;},&quot;range&quot;:[0,60]}],&quot;text&quot;:&quot;Analysis to determine the concentration of analytes in sample&quot;}],&quot;verticalAlign&quot;:&quot;TOP&quot;,&quot;_lastCaretLocation&quot;:{&quot;lineIndex&quot;:0,&quot;runIndex&quot;:-1,&quot;charIndex&quot;:-1,&quot;endOfLine&quot;:true}},&quot;size&quot;:{&quot;x&quot;:107.37181613531757,&quot;y&quot;:15.301071964889458},&quot;targetSize&quot;:{&quot;x&quot;:107.37181613531757,&quot;y&quot;:15.301071964889458},&quot;format&quot;:&quot;BETTER_TEXT&quot;,&quot;verticalAlign&quot;:&quot;TOP&quot;},&quot;isLocked&quot;:false,&quot;parent&quot;:{&quot;type&quot;:&quot;CHILD&quot;,&quot;parentId&quot;:&quot;db3d186c-66d8-4593-972a-a2b7e4fbb26a&quot;,&quot;order&quot;:&quot;99999999975&quot;}},&quot;e02145f5-c537-408e-bdc5-4339c1c31125&quot;:{&quot;relativeTransform&quot;:{&quot;translate&quot;:{&quot;x&quot;:33.460580581323285,&quot;y&quot;:85.7527602637379},&quot;rotate&quot;:0},&quot;type&quot;:&quot;FIGURE_OBJECT&quot;,&quot;id&quot;:&quot;e02145f5-c537-408e-bdc5-4339c1c31125&quot;,&quot;name&quot;:&quot;Zoomed callout (square, shaded tail)&quot;,&quot;displayName&quot;:&quot;Zoomed callout (square, shaded tail)&quot;,&quot;opacity&quot;:1,&quot;source&quot;:{&quot;id&quot;:&quot;5edaa8d4ef788900aacae7cc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9&quot;},&quot;isPremium&quot;:true},&quot;e1d14e60-4a9b-4cd8-94da-382323fc8524&quot;:{&quot;type&quot;:&quot;FIGURE_OBJECT&quot;,&quot;id&quot;:&quot;e1d14e60-4a9b-4cd8-94da-382323fc8524&quot;,&quot;relativeTransform&quot;:{&quot;translate&quot;:{&quot;x&quot;:0.6906194684263556,&quot;y&quot;:3.5327721844591613},&quot;rotate&quot;:0},&quot;opacity&quot;:1,&quot;path&quot;:{&quot;type&quot;:&quot;RECT&quot;,&quot;size&quot;:{&quot;x&quot;:43.95125316824265,&quot;y&quot;:52.24652090065876},&quot;cornerRounding&quot;:{&quot;type&quot;:&quot;ARC_LENGTH&quot;,&quot;global&quot;:0}},&quot;pathStyles&quot;:[{&quot;type&quot;:&quot;FILL&quot;,&quot;fillStyle&quot;:&quot;rgba(0,0,0,0)&quot;},{&quot;type&quot;:&quot;STROKE&quot;,&quot;strokeStyle&quot;:&quot;rgb(71, 84, 98)&quot;,&quot;lineWidth&quot;:0.618975403110415,&quot;lineJoin&quot;:&quot;round&quot;}],&quot;isLocked&quot;:false,&quot;parent&quot;:{&quot;type&quot;:&quot;CHILD&quot;,&quot;parentId&quot;:&quot;e02145f5-c537-408e-bdc5-4339c1c31125&quot;,&quot;order&quot;:&quot;5&quot;}},&quot;a06c5c7a-6266-459a-a1df-0f1876ebd859&quot;:{&quot;type&quot;:&quot;FIGURE_OBJECT&quot;,&quot;id&quot;:&quot;a06c5c7a-6266-459a-a1df-0f1876ebd859&quot;,&quot;relativeTransform&quot;:{&quot;translate&quot;:{&quot;x&quot;:-35.39749260310645,&quot;y&quot;:3.420351227721947},&quot;rotate&quot;:-1.570796326794897,&quot;skewX&quot;:-5.694465740304209e-17},&quot;opacity&quot;:0.75,&quot;path&quot;:{&quot;type&quot;:&quot;TRIANGLE&quot;,&quot;size&quot;:{&quot;x&quot;:-52.640543804818996,&quot;y&quot;:27.606103708651414},&quot;cornerRounding&quot;:{&quot;type&quot;:&quot;ARC_LENGTH&quot;,&quot;global&quot;:0}},&quot;pathStyles&quot;:[{&quot;type&quot;:&quot;FILL&quot;,&quot;fillStyle&quot;:&quot;rgba(14, 51, 97, 0.32941176470588235)&quot;},{&quot;type&quot;:&quot;STROKE&quot;,&quot;strokeStyle&quot;:&quot;#95AAD3&quot;,&quot;lineWidth&quot;:0,&quot;lineJoin&quot;:&quot;round&quot;}],&quot;isLocked&quot;:false,&quot;parent&quot;:{&quot;type&quot;:&quot;CHILD&quot;,&quot;parentId&quot;:&quot;e02145f5-c537-408e-bdc5-4339c1c31125&quot;,&quot;order&quot;:&quot;2&quot;}},&quot;63315ed4-6d45-4f01-b167-f59d5029bf1b&quot;:{&quot;type&quot;:&quot;FIGURE_OBJECT&quot;,&quot;id&quot;:&quot;63315ed4-6d45-4f01-b167-f59d5029bf1b&quot;,&quot;parent&quot;:{&quot;type&quot;:&quot;CHILD&quot;,&quot;parentId&quot;:&quot;db3d186c-66d8-4593-972a-a2b7e4fbb26a&quot;,&quot;order&quot;:&quot;99999999983&quot;},&quot;relativeTransform&quot;:{&quot;translate&quot;:{&quot;x&quot;:143.85324550492433,&quot;y&quot;:53.63087771548128},&quot;rotate&quot;:0},&quot;opacity&quot;:0.75},&quot;05a06177-1e52-4d88-92e3-13ce6bd44b42&quot;:{&quot;type&quot;:&quot;FIGURE_OBJECT&quot;,&quot;id&quot;:&quot;05a06177-1e52-4d88-92e3-13ce6bd44b42&quot;,&quot;name&quot;:&quot;Sphere&quot;,&quot;relativeTransform&quot;:{&quot;translate&quot;:{&quot;x&quot;:-106.53105961630921,&quot;y&quot;:31.443929730735892},&quot;rotate&quot;:0,&quot;skewX&quot;:0,&quot;scale&quot;:{&quot;x&quot;:0.016854968637368524,&quot;y&quot;:0.016854968637368524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9&quot;}},&quot;bcc50529-970f-48a3-a0f6-71355940cba2&quot;:{&quot;type&quot;:&quot;FIGURE_OBJECT&quot;,&quot;id&quot;:&quot;bcc50529-970f-48a3-a0f6-71355940cba2&quot;,&quot;name&quot;:&quot;Sphere&quot;,&quot;relativeTransform&quot;:{&quot;translate&quot;:{&quot;x&quot;:-106.82353610617926,&quot;y&quot;:41.91676954742083},&quot;rotate&quot;:0,&quot;skewX&quot;:0,&quot;scale&quot;:{&quot;x&quot;:0.016854968637368524,&quot;y&quot;:0.016854968637368524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8&quot;}},&quot;f7e55678-f209-469a-95d4-6cc6abc88825&quot;:{&quot;type&quot;:&quot;FIGURE_OBJECT&quot;,&quot;id&quot;:&quot;f7e55678-f209-469a-95d4-6cc6abc88825&quot;,&quot;name&quot;:&quot;Sphere&quot;,&quot;relativeTransform&quot;:{&quot;translate&quot;:{&quot;x&quot;:-106.82376969104583,&quot;y&quot;:48.76517827871248},&quot;rotate&quot;:0,&quot;skewX&quot;:0,&quot;scale&quot;:{&quot;x&quot;:0.016854968637368524,&quot;y&quot;:0.016854968637368524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75&quot;}},&quot;dc457d0d-8384-406b-a2b4-5e0c2f82509e&quot;:{&quot;type&quot;:&quot;FIGURE_OBJECT&quot;,&quot;id&quot;:&quot;dc457d0d-8384-406b-a2b4-5e0c2f82509e&quot;,&quot;name&quot;:&quot;Sphere&quot;,&quot;relativeTransform&quot;:{&quot;translate&quot;:{&quot;x&quot;:-102.64494760744911,&quot;y&quot;:28.4998278852888},&quot;rotate&quot;:0,&quot;skewX&quot;:0,&quot;scale&quot;:{&quot;x&quot;:0.016854968637368524,&quot;y&quot;:0.016854968637368524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72&quot;}},&quot;1066a90b-019e-4e06-8525-0dc51a71bf0e&quot;:{&quot;type&quot;:&quot;FIGURE_OBJECT&quot;,&quot;id&quot;:&quot;1066a90b-019e-4e06-8525-0dc51a71bf0e&quot;,&quot;name&quot;:&quot;Sphere&quot;,&quot;relativeTransform&quot;:{&quot;translate&quot;:{&quot;x&quot;:-106.8237699129972,&quot;y&quot;:45.08348826628599},&quot;rotate&quot;:0,&quot;skewX&quot;:0,&quot;scale&quot;:{&quot;x&quot;:0.016854968637368524,&quot;y&quot;:0.016854968637368524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02&quot;}},&quot;74152d76-2e16-4ce3-9854-86dac13b17da&quot;:{&quot;type&quot;:&quot;FIGURE_OBJECT&quot;,&quot;id&quot;:&quot;74152d76-2e16-4ce3-9854-86dac13b17da&quot;,&quot;name&quot;:&quot;Sphere&quot;,&quot;relativeTransform&quot;:{&quot;translate&quot;:{&quot;x&quot;:-110.09513429853999,&quot;y&quot;:21.656002515425815},&quot;rotate&quot;:0,&quot;skewX&quot;:0,&quot;scale&quot;:{&quot;x&quot;:0.016854968637368524,&quot;y&quot;:0.016854968637368524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7&quot;}},&quot;eb085921-c7c6-4b55-b8d1-396df089df2b&quot;:{&quot;type&quot;:&quot;FIGURE_OBJECT&quot;,&quot;id&quot;:&quot;eb085921-c7c6-4b55-b8d1-396df089df2b&quot;,&quot;name&quot;:&quot;Sphere&quot;,&quot;relativeTransform&quot;:{&quot;translate&quot;:{&quot;x&quot;:-103.74709060217882,&quot;y&quot;:19.978404678785292},&quot;rotate&quot;:0,&quot;skewX&quot;:0,&quot;scale&quot;:{&quot;x&quot;:0.016854968637368524,&quot;y&quot;:0.016854968637368524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65&quot;}},&quot;29109a68-1ab9-4dee-a17d-2bf4dfa692e1&quot;:{&quot;type&quot;:&quot;FIGURE_OBJECT&quot;,&quot;id&quot;:&quot;29109a68-1ab9-4dee-a17d-2bf4dfa692e1&quot;,&quot;name&quot;:&quot;Sphere&quot;,&quot;relativeTransform&quot;:{&quot;translate&quot;:{&quot;x&quot;:-111.20423184998998,&quot;y&quot;:18.209575040368453},&quot;rotate&quot;:0,&quot;skewX&quot;:0,&quot;scale&quot;:{&quot;x&quot;:0.016854968637368524,&quot;y&quot;:0.016854968637368524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6&quot;}},&quot;597270e7-1cf4-4c8a-a5a4-fb4ae4798439&quot;:{&quot;type&quot;:&quot;FIGURE_OBJECT&quot;,&quot;id&quot;:&quot;597270e7-1cf4-4c8a-a5a4-fb4ae4798439&quot;,&quot;name&quot;:&quot;Sphere&quot;,&quot;relativeTransform&quot;:{&quot;translate&quot;:{&quot;x&quot;:-102.76465194116622,&quot;y&quot;:33.02102740600835},&quot;rotate&quot;:0,&quot;skewX&quot;:0,&quot;scale&quot;:{&quot;x&quot;:0.016854968637368524,&quot;y&quot;:0.016854968637368524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55&quot;}},&quot;30bb0af0-c180-44cf-aa74-7a46cc9d05eb&quot;:{&quot;type&quot;:&quot;FIGURE_OBJECT&quot;,&quot;id&quot;:&quot;30bb0af0-c180-44cf-aa74-7a46cc9d05eb&quot;,&quot;name&quot;:&quot;Sphere&quot;,&quot;relativeTransform&quot;:{&quot;translate&quot;:{&quot;x&quot;:-110.98582727160874,&quot;y&quot;:12.231203912014086},&quot;rotate&quot;:0,&quot;skewX&quot;:0,&quot;scale&quot;:{&quot;x&quot;:0.016854968637368524,&quot;y&quot;:0.016854968637368524}},&quot;opacity&quot;:0.66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52&quot;}},&quot;43949e12-1939-4ae0-a902-675541edf706&quot;:{&quot;type&quot;:&quot;FIGURE_OBJECT&quot;,&quot;id&quot;:&quot;43949e12-1939-4ae0-a902-675541edf706&quot;,&quot;name&quot;:&quot;Sphere&quot;,&quot;relativeTransform&quot;:{&quot;translate&quot;:{&quot;x&quot;:-102.64469030005274,&quot;y&quot;:23.79376882544726},&quot;rotate&quot;:0,&quot;skewX&quot;:0,&quot;scale&quot;:{&quot;x&quot;:0.016854968637368524,&quot;y&quot;:0.016854968637368524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5&quot;}},&quot;835e587f-acf4-4c83-a53a-ce0b68cfdeca&quot;:{&quot;type&quot;:&quot;FIGURE_OBJECT&quot;,&quot;id&quot;:&quot;835e587f-acf4-4c83-a53a-ce0b68cfdeca&quot;,&quot;name&quot;:&quot;Sphere&quot;,&quot;relativeTransform&quot;:{&quot;translate&quot;:{&quot;x&quot;:-110.64077566892782,&quot;y&quot;:30.29820346369855},&quot;rotate&quot;:0,&quot;skewX&quot;:0,&quot;scale&quot;:{&quot;x&quot;:0.016854968637368524,&quot;y&quot;:0.016854968637368524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4&quot;}},&quot;dfbf800d-e9f3-478a-b452-b18bdd707666&quot;:{&quot;type&quot;:&quot;FIGURE_OBJECT&quot;,&quot;id&quot;:&quot;dfbf800d-e9f3-478a-b452-b18bdd707666&quot;,&quot;name&quot;:&quot;Sphere&quot;,&quot;relativeTransform&quot;:{&quot;translate&quot;:{&quot;x&quot;:-109.98444534376605,&quot;y&quot;:33.97207789933227},&quot;rotate&quot;:0,&quot;skewX&quot;:0,&quot;scale&quot;:{&quot;x&quot;:0.016854968637368524,&quot;y&quot;:0.016854968637368524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3&quot;}},&quot;d51ea05a-dacd-4399-b111-e0ab6edc7da1&quot;:{&quot;type&quot;:&quot;FIGURE_OBJECT&quot;,&quot;id&quot;:&quot;d51ea05a-dacd-4399-b111-e0ab6edc7da1&quot;,&quot;name&quot;:&quot;Sphere&quot;,&quot;relativeTransform&quot;:{&quot;translate&quot;:{&quot;x&quot;:-102.36998855244875,&quot;y&quot;:16.099271514895186},&quot;rotate&quot;:0,&quot;skewX&quot;:0,&quot;scale&quot;:{&quot;x&quot;:0.016854968637368524,&quot;y&quot;:0.016854968637368524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25&quot;}},&quot;4c15e955-3534-4a4e-b5d0-a72e3b4cfcff&quot;:{&quot;type&quot;:&quot;FIGURE_OBJECT&quot;,&quot;id&quot;:&quot;4c15e955-3534-4a4e-b5d0-a72e3b4cfcff&quot;,&quot;name&quot;:&quot;Sphere&quot;,&quot;relativeTransform&quot;:{&quot;translate&quot;:{&quot;x&quot;:-102.93612717003042,&quot;y&quot;:11.212189883282626},&quot;rotate&quot;:0,&quot;skewX&quot;:0,&quot;scale&quot;:{&quot;x&quot;:0.016854968637368524,&quot;y&quot;:0.016854968637368524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22&quot;}},&quot;0472d8c6-201a-4188-a0f6-37e9db766e2b&quot;:{&quot;type&quot;:&quot;FIGURE_OBJECT&quot;,&quot;id&quot;:&quot;0472d8c6-201a-4188-a0f6-37e9db766e2b&quot;,&quot;name&quot;:&quot;Sphere&quot;,&quot;relativeTransform&quot;:{&quot;translate&quot;:{&quot;x&quot;:-106.66190474653814,&quot;y&quot;:27.77000364772925},&quot;rotate&quot;:0,&quot;skewX&quot;:0,&quot;scale&quot;:{&quot;x&quot;:0.016854968637368524,&quot;y&quot;:0.016854968637368524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2&quot;}},&quot;c600c953-330a-46e1-b629-11336940e156&quot;:{&quot;type&quot;:&quot;FIGURE_OBJECT&quot;,&quot;id&quot;:&quot;c600c953-330a-46e1-b629-11336940e156&quot;,&quot;name&quot;:&quot;Sphere&quot;,&quot;relativeTransform&quot;:{&quot;translate&quot;:{&quot;x&quot;:-106.67085013056659,&quot;y&quot;:11.212061387938881},&quot;rotate&quot;:0,&quot;skewX&quot;:0,&quot;scale&quot;:{&quot;x&quot;:0.016854968637368524,&quot;y&quot;:0.016854968637368524}},&quot;opacity&quot;:0.66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15&quot;}},&quot;8890f664-d48f-4f20-9816-0de8a19f8cdb&quot;:{&quot;type&quot;:&quot;FIGURE_OBJECT&quot;,&quot;id&quot;:&quot;8890f664-d48f-4f20-9816-0de8a19f8cdb&quot;,&quot;name&quot;:&quot;Sphere&quot;,&quot;relativeTransform&quot;:{&quot;translate&quot;:{&quot;x&quot;:-111.26953388155331,&quot;y&quot;:26.321703794261396},&quot;rotate&quot;:0,&quot;skewX&quot;:0,&quot;scale&quot;:{&quot;x&quot;:0.016854968637368524,&quot;y&quot;:0.016854968637368524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12&quot;}},&quot;8e4fc6a7-91d1-4976-8617-0c1b25b068ea&quot;:{&quot;type&quot;:&quot;FIGURE_OBJECT&quot;,&quot;id&quot;:&quot;8e4fc6a7-91d1-4976-8617-0c1b25b068ea&quot;,&quot;name&quot;:&quot;Sphere&quot;,&quot;relativeTransform&quot;:{&quot;translate&quot;:{&quot;x&quot;:-106.27529945362204,&quot;y&quot;:22.506818772337034},&quot;rotate&quot;:0,&quot;skewX&quot;:0,&quot;scale&quot;:{&quot;x&quot;:0.016854968637368524,&quot;y&quot;:0.016854968637368524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1&quot;}},&quot;c4575714-1ace-4ff7-b431-0f7bd1e3122a&quot;:{&quot;type&quot;:&quot;FIGURE_OBJECT&quot;,&quot;id&quot;:&quot;c4575714-1ace-4ff7-b431-0f7bd1e3122a&quot;,&quot;name&quot;:&quot;Sphere&quot;,&quot;relativeTransform&quot;:{&quot;translate&quot;:{&quot;x&quot;:-107.5978621889265,&quot;y&quot;:15.681550880214454},&quot;rotate&quot;:0,&quot;skewX&quot;:0,&quot;scale&quot;:{&quot;x&quot;:0.016854968637368524,&quot;y&quot;:0.016854968637368524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05&quot;}},&quot;5160f668-13ce-448c-819d-dfb78d4729a6&quot;:{&quot;type&quot;:&quot;FIGURE_OBJECT&quot;,&quot;id&quot;:&quot;5160f668-13ce-448c-819d-dfb78d4729a6&quot;,&quot;name&quot;:&quot;Gravity column (faded, 1/3 liquid)&quot;,&quot;relativeTransform&quot;:{&quot;translate&quot;:{&quot;x&quot;:37.09887829857188,&quot;y&quot;:38.248694487956094},&quot;rotate&quot;:0,&quot;skewX&quot;:0,&quot;scale&quot;:{&quot;x&quot;:0.2535405945532049,&quot;y&quot;:0.2535405945532049}},&quot;opacity&quot;:0.65,&quot;image&quot;:{&quot;url&quot;:&quot;https://icons.biorender.com/biorender/5f46ad381cc48900285d0558/gravity-column-faded-1-3-liquid.png&quot;,&quot;fallbackUrl&quot;:&quot;https://res.cloudinary.com/dlcjuc3ej/image/upload/v1598467376/z3tjhwokqret8lqkc4h0.svg#/keystone/api/icons/5f46ad381cc48900285d0558/gravity-column-faded-1-3-liquid.svg&quot;,&quot;size&quot;:{&quot;x&quot;:159,&quot;y&quot;:574},&quot;isPremium&quot;:false},&quot;source&quot;:{&quot;id&quot;:&quot;5f46a36e5f145e0028995e96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815&quot;}},&quot;9960755f-7f47-49d9-b88c-78a234d814f0&quot;:{&quot;type&quot;:&quot;FIGURE_OBJECT&quot;,&quot;id&quot;:&quot;9960755f-7f47-49d9-b88c-78a234d814f0&quot;,&quot;relativeTransform&quot;:{&quot;translate&quot;:{&quot;x&quot;:0,&quot;y&quot;:192.18804946365083},&quot;rotate&quot;:0,&quot;skewX&quot;:0,&quot;scale&quot;:{&quot;x&quot;:1,&quot;y&quot;:0.3315198279525184}},&quot;opacity&quot;:1,&quot;path&quot;:{&quot;type&quot;:&quot;RECT&quot;,&quot;size&quot;:{&quot;x&quot;:159,&quot;y&quot;:574}},&quot;pathStyles&quot;:[{&quot;type&quot;:&quot;FILL&quot;,&quot;fillStyle&quot;:&quot;#fff&quot;}],&quot;isFrozen&quot;:true,&quot;isLocked&quot;:false,&quot;parent&quot;:{&quot;type&quot;:&quot;CROP&quot;,&quot;parentId&quot;:&quot;5160f668-13ce-448c-819d-dfb78d4729a6&quot;,&quot;order&quot;:&quot;5&quot;}},&quot;34215b24-e880-4e71-a96f-5f0edb5a991d&quot;:{&quot;id&quot;:&quot;34215b24-e880-4e71-a96f-5f0edb5a991d&quot;,&quot;name&quot;:&quot;Multiplexing platform (FlexMap 3D)&quot;,&quot;displayName&quot;:&quot;&quot;,&quot;type&quot;:&quot;FIGURE_OBJECT&quot;,&quot;relativeTransform&quot;:{&quot;translate&quot;:{&quot;x&quot;:-24.40461955297655,&quot;y&quot;:89.88976331597725},&quot;rotate&quot;:0,&quot;skewX&quot;:0,&quot;scale&quot;:{&quot;x&quot;:0.2611440862652099,&quot;y&quot;:0.2611440862652099}},&quot;image&quot;:{&quot;url&quot;:&quot;https://icons.cdn.biorender.com/biorender/5ec8511864ddf40028b53609/20200522222704/image/5ec8511864ddf40028b53609.png&quot;,&quot;isPremium&quot;:true,&quot;isOrgIcon&quot;:false,&quot;size&quot;:{&quot;x&quot;:250,&quot;y&quot;:248.29931972789115}},&quot;source&quot;:{&quot;id&quot;:&quot;5ec8511864ddf40028b53609&quot;,&quot;version&quot;:&quot;20200522222704&quot;,&quot;type&quot;:&quot;ASSETS&quot;},&quot;isPremium&quot;:true,&quot;parent&quot;:{&quot;type&quot;:&quot;CHILD&quot;,&quot;parentId&quot;:&quot;db3d186c-66d8-4593-972a-a2b7e4fbb26a&quot;,&quot;order&quot;:&quot;99999999985&quot;}},&quot;fff9d328-c43c-4d9e-bdd2-b44bcb6eb11c&quot;:{&quot;type&quot;:&quot;FIGURE_OBJECT&quot;,&quot;id&quot;:&quot;fff9d328-c43c-4d9e-bdd2-b44bcb6eb11c&quot;,&quot;relativeTransform&quot;:{&quot;translate&quot;:{&quot;x&quot;:-60.394141022061504,&quot;y&quot;:26.7790648300245},&quot;rotate&quot;:0},&quot;layout&quot;:{&quot;sizeRatio&quot;:{&quot;x&quot;:0.88,&quot;y&quot;:0.88},&quot;keepAspectRatio&quot;:true},&quot;opacity&quot;:1,&quot;path&quot;:{&quot;type&quot;:&quot;ELLIPSE&quot;,&quot;size&quot;:{&quot;x&quot;:8.90949443871052,&quot;y&quot;:8.90949443871052}},&quot;pathStyles&quot;:[{&quot;type&quot;:&quot;FILL&quot;,&quot;fillStyle&quot;:&quot;rgba(255,255,255,1)&quot;},{&quot;type&quot;:&quot;STROKE&quot;,&quot;strokeStyle&quot;:&quot;rgba(0,0,0,1)&quot;,&quot;lineWidth&quot;:0.6206605649012644,&quot;lineJoin&quot;:&quot;round&quot;}],&quot;isLocked&quot;:false,&quot;parent&quot;:{&quot;type&quot;:&quot;CHILD&quot;,&quot;parentId&quot;:&quot;db3d186c-66d8-4593-972a-a2b7e4fbb26a&quot;,&quot;order&quot;:&quot;9999999992&quot;}},&quot;9efca9c8-5383-422f-9efb-0d19529602b1&quot;:{&quot;type&quot;:&quot;FIGURE_OBJECT&quot;,&quot;id&quot;:&quot;9efca9c8-5383-422f-9efb-0d19529602b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6.6024042998444274,&quot;color&quot;:&quot;rgb(0,0,0)&quot;,&quot;fontWeight&quot;:&quot;normal&quot;,&quot;fontStyle&quot;:&quot;normal&quot;,&quot;decoration&quot;:&quot;none&quot;,&quot;script&quot;:&quot;none&quot;},&quot;range&quot;:[0,0]}],&quot;text&quot;:&quot;5&quot;}],&quot;verticalAlign&quot;:&quot;TOP&quot;,&quot;_lastCaretLocation&quot;:{&quot;lineIndex&quot;:0,&quot;runIndex&quot;:-1,&quot;charIndex&quot;:-1,&quot;endOfLine&quot;:true}},&quot;size&quot;:{&quot;x&quot;:7.64653815958358,&quot;y&quot;:7.840355106065257},&quot;targetSize&quot;:{&quot;x&quot;:7.64653815958358,&quot;y&quot;:2},&quot;format&quot;:&quot;BETTER_TEXT&quot;,&quot;verticalAlign&quot;:&quot;TOP&quot;},&quot;parent&quot;:{&quot;type&quot;:&quot;CHILD&quot;,&quot;parentId&quot;:&quot;fff9d328-c43c-4d9e-bdd2-b44bcb6eb11c&quot;,&quot;order&quot;:&quot;5&quot;}},&quot;7d75a6fc-0e90-402a-a983-ef8a0b5b33de&quot;:{&quot;type&quot;:&quot;FIGURE_OBJECT&quot;,&quot;id&quot;:&quot;7d75a6fc-0e90-402a-a983-ef8a0b5b33de&quot;,&quot;relativeTransform&quot;:{&quot;translate&quot;:{&quot;x&quot;:5.923842019766365,&quot;y&quot;:33.7052120225260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Weight&quot;:&quot;normal&quot;,&quot;fontStyle&quot;:&quot;normal&quot;,&quot;fontSize&quot;:6.6024042998444274,&quot;fontFamily&quot;:&quot;Roboto&quot;,&quot;color&quot;:&quot;#232323&quot;,&quot;decoration&quot;:&quot;none&quot;},&quot;range&quot;:[0,106]}],&quot;text&quot;:&quot;Multiplex analyzer detects analyte (based on the bead) with one laser, and its quantity with a second laser&quot;}],&quot;verticalAlign&quot;:&quot;TOP&quot;,&quot;_lastCaretLocation&quot;:{&quot;lineIndex&quot;:0,&quot;runIndex&quot;:0,&quot;charIndex&quot;:78}},&quot;size&quot;:{&quot;x&quot;:118.26554290214861,&quot;y&quot;:22.761788823713665},&quot;targetSize&quot;:{&quot;x&quot;:118.26554290214861,&quot;y&quot;:22.761788823713665},&quot;format&quot;:&quot;BETTER_TEXT&quot;,&quot;verticalAlign&quot;:&quot;TOP&quot;},&quot;isLocked&quot;:false,&quot;parent&quot;:{&quot;type&quot;:&quot;CHILD&quot;,&quot;parentId&quot;:&quot;db3d186c-66d8-4593-972a-a2b7e4fbb26a&quot;,&quot;order&quot;:&quot;9999999991&quot;}},&quot;5b106408-b1b2-4e39-9d57-0b30e97f5354&quot;:{&quot;type&quot;:&quot;FIGURE_OBJECT&quot;,&quot;id&quot;:&quot;5b106408-b1b2-4e39-9d57-0b30e97f5354&quot;,&quot;relativeTransform&quot;:{&quot;translate&quot;:{&quot;x&quot;:-114.10889577878716,&quot;y&quot;:-46.18007484021991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15]}],&quot;text&quot;:&quot;Capture antibody&quot;,&quot;base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}],&quot;verticalAlign&quot;:&quot;TOP&quot;},&quot;size&quot;:{&quot;x&quot;:23.142729014785395,&quot;y&quot;:12.407018080124319},&quot;targetSize&quot;:{&quot;x&quot;:23.142729014785395,&quot;y&quot;:12.407018080124319},&quot;format&quot;:&quot;BETTER_TEXT&quot;,&quot;verticalAlign&quot;:&quot;TOP&quot;},&quot;isLocked&quot;:false,&quot;parent&quot;:{&quot;type&quot;:&quot;CHILD&quot;,&quot;parentId&quot;:&quot;db3d186c-66d8-4593-972a-a2b7e4fbb26a&quot;,&quot;order&quot;:&quot;999999996&quot;}},&quot;f0baf065-c85e-4a74-8e21-e0087ba58e96&quot;:{&quot;type&quot;:&quot;FIGURE_OBJECT&quot;,&quot;id&quot;:&quot;f0baf065-c85e-4a74-8e21-e0087ba58e96&quot;,&quot;relativeTransform&quot;:{&quot;translate&quot;:{&quot;x&quot;:-130.87218768134747,&quot;y&quot;:-49.528282440860785},&quot;rotate&quot;:0},&quot;opacity&quot;:1,&quot;path&quot;:{&quot;type&quot;:&quot;POLY_LINE&quot;,&quot;points&quot;:[{&quot;x&quot;:4.102163228850316,&quot;y&quot;:0},{&quot;x&quot;:-4.102163228850316,&quot;y&quot;:0}],&quot;closed&quot;:false},&quot;pathStyles&quot;:[{&quot;type&quot;:&quot;FILL&quot;,&quot;fillStyle&quot;:&quot;transparent&quot;},{&quot;type&quot;:&quot;STROKE&quot;,&quot;strokeStyle&quot;:&quot;#232323&quot;,&quot;lineWidth&quot;:0.5199330762353325,&quot;lineJoin&quot;:&quot;round&quot;}],&quot;pathMarkers&quot;:{},&quot;isLocked&quot;:false,&quot;parent&quot;:{&quot;type&quot;:&quot;CHILD&quot;,&quot;parentId&quot;:&quot;db3d186c-66d8-4593-972a-a2b7e4fbb26a&quot;,&quot;order&quot;:&quot;999999994&quot;}},&quot;de920f8c-9555-4f44-b03d-689fb47340c3&quot;:{&quot;type&quot;:&quot;FIGURE_OBJECT&quot;,&quot;id&quot;:&quot;de920f8c-9555-4f44-b03d-689fb47340c3&quot;,&quot;name&quot;:&quot;Antibody (round style)&quot;,&quot;relativeTransform&quot;:{&quot;translate&quot;:{&quot;x&quot;:-139.48013645184557,&quot;y&quot;:-46.45767037654599},&quot;rotate&quot;:-0.008194228855692265,&quot;skewX&quot;:7.842451677847614e-16,&quot;scale&quot;:{&quot;x&quot;:0.06670721878748938,&quot;y&quot;:0.06657512528493997}},&quot;opacity&quot;:1,&quot;image&quot;:{&quot;url&quot;:&quot;https://icons.biorender.com/biorender/5b43ad5344457700149c1cd4/antibody-round-style.png&quot;,&quot;fallbackUrl&quot;:&quot;https://res.cloudinary.com/dlcjuc3ej/image/upload/v1531161933/o9m3rnysp8ggpncn0ccz.svg#/keystone/api/icons/5b43ad5344457700149c1cd4/antibody-round-style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2&quot;}},&quot;a5899341-3976-4a6e-a900-3455de19c52e&quot;:{&quot;type&quot;:&quot;FIGURE_OBJECT&quot;,&quot;id&quot;:&quot;a5899341-3976-4a6e-a900-3455de19c52e&quot;,&quot;name&quot;:&quot;Antibody (round style)&quot;,&quot;relativeTransform&quot;:{&quot;translate&quot;:{&quot;x&quot;:12.571074200329274,&quot;y&quot;:-46.41265106051686},&quot;rotate&quot;:-0.008194228855692235,&quot;skewX&quot;:7.7967674933164625e-16,&quot;scale&quot;:{&quot;x&quot;:0.06670721878748938,&quot;y&quot;:0.06657512528493997}},&quot;opacity&quot;:1,&quot;image&quot;:{&quot;url&quot;:&quot;https://icons.biorender.com/biorender/5b43ad5344457700149c1cd4/antibody-round-style.png&quot;,&quot;fallbackUrl&quot;:&quot;https://res.cloudinary.com/dlcjuc3ej/image/upload/v1531161933/o9m3rnysp8ggpncn0ccz.svg#/keystone/api/icons/5b43ad5344457700149c1cd4/antibody-round-style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99976&quot;}},&quot;bbf0ce14-f7d1-471d-9029-c7611e1c9ca7&quot;:{&quot;type&quot;:&quot;FIGURE_OBJECT&quot;,&quot;id&quot;:&quot;bbf0ce14-f7d1-471d-9029-c7611e1c9ca7&quot;,&quot;relativeTransform&quot;:{&quot;translate&quot;:{&quot;x&quot;:24.189214425090057,&quot;y&quot;:-54.146549624506186},&quot;rotate&quot;:0},&quot;opacity&quot;:1,&quot;path&quot;:{&quot;type&quot;:&quot;POLY_LINE&quot;,&quot;points&quot;:[{&quot;x&quot;:4.055044081237056,&quot;y&quot;:0.01286565175490752},{&quot;x&quot;:-4.055044081237056,&quot;y&quot;:-0.01286565175490752}],&quot;closed&quot;:false},&quot;pathStyles&quot;:[{&quot;type&quot;:&quot;FILL&quot;,&quot;fillStyle&quot;:&quot;transparent&quot;},{&quot;type&quot;:&quot;STROKE&quot;,&quot;strokeStyle&quot;:&quot;#232323&quot;,&quot;lineWidth&quot;:0.5199330762353325,&quot;lineJoin&quot;:&quot;round&quot;}],&quot;pathMarkers&quot;:{},&quot;isLocked&quot;:false,&quot;parent&quot;:{&quot;type&quot;:&quot;CHILD&quot;,&quot;parentId&quot;:&quot;db3d186c-66d8-4593-972a-a2b7e4fbb26a&quot;,&quot;order&quot;:&quot;9999999999999&quot;}},&quot;9f710ce3-e35c-4f9e-a10f-8a4e4749a661&quot;:{&quot;type&quot;:&quot;FIGURE_OBJECT&quot;,&quot;id&quot;:&quot;9f710ce3-e35c-4f9e-a10f-8a4e4749a661&quot;,&quot;name&quot;:&quot;Sphere&quot;,&quot;relativeTransform&quot;:{&quot;translate&quot;:{&quot;x&quot;:19.19034665076017,&quot;y&quot;:-53.964652635273346},&quot;rotate&quot;:3.1333984247341014,&quot;skewX&quot;:3.872164949311733e-16,&quot;scale&quot;:{&quot;x&quot;:0.0379390257120214,&quot;y&quot;:0.03793902571202126}},&quot;opacity&quot;:1,&quot;image&quot;:{&quot;url&quot;:&quot;https://icons.cdn.biorender.com/biorender/5f4529c2929bce0028c9f871/5b8847989629ce1400901caa.png&quot;,&quot;fallbackUrl&quot;:&quot;sources/icons/5f4529c2929bce0028c9f871/5b8847989629ce1400901caa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99985&quot;}},&quot;7f594564-e637-4df1-888a-0206c0da0e8c&quot;:{&quot;type&quot;:&quot;FIGURE_OBJECT&quot;,&quot;id&quot;:&quot;7f594564-e637-4df1-888a-0206c0da0e8c&quot;,&quot;relativeTransform&quot;:{&quot;translate&quot;:{&quot;x&quot;:39.254477481905845,&quot;y&quot;:-51.23414312922698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13]}],&quot;text&quot;:&quot;Target analyte&quot;,&quot;base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}],&quot;verticalAlign&quot;:&quot;TOP&quot;},&quot;size&quot;:{&quot;x&quot;:19.39024644428124,&quot;y&quot;:12.407018080124319},&quot;targetSize&quot;:{&quot;x&quot;:19.39024644428124,&quot;y&quot;:12.407018080124319},&quot;format&quot;:&quot;BETTER_TEXT&quot;,&quot;verticalAlign&quot;:&quot;TOP&quot;},&quot;isLocked&quot;:false,&quot;parent&quot;:{&quot;type&quot;:&quot;CHILD&quot;,&quot;parentId&quot;:&quot;db3d186c-66d8-4593-972a-a2b7e4fbb26a&quot;,&quot;order&quot;:&quot;99999999999982&quot;}},&quot;09d2a9f2-0958-45fc-8799-783b0317397a&quot;:{&quot;type&quot;:&quot;FIGURE_OBJECT&quot;,&quot;id&quot;:&quot;09d2a9f2-0958-45fc-8799-783b0317397a&quot;,&quot;relativeTransform&quot;:{&quot;translate&quot;:{&quot;x&quot;:184.99436553657034,&quot;y&quot;:-71.79561806035275},&quot;rotate&quot;:0},&quot;opacity&quot;:1,&quot;path&quot;:{&quot;type&quot;:&quot;POLY_LINE&quot;,&quot;points&quot;:[{&quot;x&quot;:6.365114995583177,&quot;y&quot;:0.01286565175490752},{&quot;x&quot;:-6.365114995583177,&quot;y&quot;:-0.01286565175490752}],&quot;closed&quot;:false},&quot;pathStyles&quot;:[{&quot;type&quot;:&quot;FILL&quot;,&quot;fillStyle&quot;:&quot;transparent&quot;},{&quot;type&quot;:&quot;STROKE&quot;,&quot;strokeStyle&quot;:&quot;#232323&quot;,&quot;lineWidth&quot;:0.5199330762353325,&quot;lineJoin&quot;:&quot;round&quot;}],&quot;pathMarkers&quot;:{},&quot;isLocked&quot;:false,&quot;parent&quot;:{&quot;type&quot;:&quot;CHILD&quot;,&quot;parentId&quot;:&quot;db3d186c-66d8-4593-972a-a2b7e4fbb26a&quot;,&quot;order&quot;:&quot;999999977&quot;}},&quot;3e9c94bf-0728-4267-8887-cfe90a7b8cd0&quot;:{&quot;type&quot;:&quot;FIGURE_OBJECT&quot;,&quot;id&quot;:&quot;3e9c94bf-0728-4267-8887-cfe90a7b8cd0&quot;,&quot;relativeTransform&quot;:{&quot;translate&quot;:{&quot;x&quot;:199.76524680990593,&quot;y&quot;:-71.9202701745437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5]}],&quot;text&quot;:&quot;Biotin&quot;}],&quot;verticalAlign&quot;:&quot;TOP&quot;,&quot;_lastCaretLocation&quot;:{&quot;lineIndex&quot;:0,&quot;runIndex&quot;:-1,&quot;charIndex&quot;:-1,&quot;endOfLine&quot;:true}},&quot;size&quot;:{&quot;x&quot;:14.063115617710432,&quot;y&quot;:6.189754031104151},&quot;targetSize&quot;:{&quot;x&quot;:14.063115617710432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9976&quot;}},&quot;acc50e36-1dfc-4bf4-9611-a86bbe7222a7&quot;:{&quot;type&quot;:&quot;FIGURE_OBJECT&quot;,&quot;id&quot;:&quot;acc50e36-1dfc-4bf4-9611-a86bbe7222a7&quot;,&quot;relativeTransform&quot;:{&quot;translate&quot;:{&quot;x&quot;:187.49203955232747,&quot;y&quot;:-63.33458541089044},&quot;rotate&quot;:0},&quot;opacity&quot;:1,&quot;path&quot;:{&quot;type&quot;:&quot;POLY_LINE&quot;,&quot;points&quot;:[{&quot;x&quot;:3.8674409798260343,&quot;y&quot;:0.01381928116680491},{&quot;x&quot;:-3.8674409798260343,&quot;y&quot;:-0.01381928116680491}],&quot;closed&quot;:false},&quot;pathStyles&quot;:[{&quot;type&quot;:&quot;FILL&quot;,&quot;fillStyle&quot;:&quot;transparent&quot;},{&quot;type&quot;:&quot;STROKE&quot;,&quot;strokeStyle&quot;:&quot;#232323&quot;,&quot;lineWidth&quot;:0.5584716192615086,&quot;lineJoin&quot;:&quot;round&quot;}],&quot;pathMarkers&quot;:{},&quot;isLocked&quot;:false,&quot;parent&quot;:{&quot;type&quot;:&quot;CHILD&quot;,&quot;parentId&quot;:&quot;db3d186c-66d8-4593-972a-a2b7e4fbb26a&quot;,&quot;order&quot;:&quot;9999999755&quot;}},&quot;cf6ca04e-86c4-44c8-afd5-ab37267a34fb&quot;:{&quot;type&quot;:&quot;FIGURE_OBJECT&quot;,&quot;id&quot;:&quot;cf6ca04e-86c4-44c8-afd5-ab37267a34fb&quot;,&quot;relativeTransform&quot;:{&quot;translate&quot;:{&quot;x&quot;:204.7319718024283,&quot;y&quot;:-60.37302983465827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17]}],&quot;text&quot;:&quot;Detection antibody&quot;}],&quot;verticalAlign&quot;:&quot;TOP&quot;,&quot;_lastCaretLocation&quot;:{&quot;lineIndex&quot;:0,&quot;runIndex&quot;:-1,&quot;charIndex&quot;:-1,&quot;endOfLine&quot;:true}},&quot;size&quot;:{&quot;x&quot;:23.99656288164341,&quot;y&quot;:12.407018080124319},&quot;targetSize&quot;:{&quot;x&quot;:23.99656288164341,&quot;y&quot;:12.407018080124319},&quot;format&quot;:&quot;BETTER_TEXT&quot;,&quot;verticalAlign&quot;:&quot;TOP&quot;},&quot;isLocked&quot;:false,&quot;parent&quot;:{&quot;type&quot;:&quot;CHILD&quot;,&quot;parentId&quot;:&quot;db3d186c-66d8-4593-972a-a2b7e4fbb26a&quot;,&quot;order&quot;:&quot;999999975&quot;}},&quot;61af25fe-7058-4f09-8d01-3e811f4304b4&quot;:{&quot;type&quot;:&quot;FIGURE_OBJECT&quot;,&quot;id&quot;:&quot;61af25fe-7058-4f09-8d01-3e811f4304b4&quot;,&quot;name&quot;:&quot;Antibody (round style)&quot;,&quot;relativeTransform&quot;:{&quot;translate&quot;:{&quot;x&quot;:169.52265510008732,&quot;y&quot;:-46.33779625472445},&quot;rotate&quot;:-0.008194228855692218,&quot;skewX&quot;:7.857679739357997e-16,&quot;scale&quot;:{&quot;x&quot;:0.06670721878748938,&quot;y&quot;:0.06657512528493997}},&quot;opacity&quot;:1,&quot;image&quot;:{&quot;url&quot;:&quot;https://icons.biorender.com/biorender/5b43ad5344457700149c1cd4/antibody-round-style.png&quot;,&quot;fallbackUrl&quot;:&quot;https://res.cloudinary.com/dlcjuc3ej/image/upload/v1531161933/o9m3rnysp8ggpncn0ccz.svg#/keystone/api/icons/5b43ad5344457700149c1cd4/antibody-round-style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72&quot;}},&quot;03cdbf21-3d47-42d3-beac-8ec249f7ebf5&quot;:{&quot;type&quot;:&quot;FIGURE_OBJECT&quot;,&quot;id&quot;:&quot;03cdbf21-3d47-42d3-beac-8ec249f7ebf5&quot;,&quot;name&quot;:&quot;Sphere&quot;,&quot;relativeTransform&quot;:{&quot;translate&quot;:{&quot;x&quot;:176.14192755051818,&quot;y&quot;:-53.88979782948093},&quot;rotate&quot;:3.1333984247341014,&quot;skewX&quot;:3.872164949311733e-16,&quot;scale&quot;:{&quot;x&quot;:0.0379390257120214,&quot;y&quot;:0.03793902571202126}},&quot;opacity&quot;:1,&quot;image&quot;:{&quot;url&quot;:&quot;https://icons.cdn.biorender.com/biorender/5f4529c2929bce0028c9f871/5b8847989629ce1400901caa.png&quot;,&quot;fallbackUrl&quot;:&quot;sources/icons/5f4529c2929bce0028c9f871/5b8847989629ce1400901caa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74&quot;}},&quot;2eabb5d6-6500-4677-ae6d-e30ebd0b0efc&quot;:{&quot;type&quot;:&quot;FIGURE_OBJECT&quot;,&quot;id&quot;:&quot;2eabb5d6-6500-4677-ae6d-e30ebd0b0efc&quot;,&quot;name&quot;:&quot;MHC class I (tetramer)&quot;,&quot;relativeTransform&quot;:{&quot;translate&quot;:{&quot;x&quot;:-198.3886333284933,&quot;y&quot;:62.93252894457551},&quot;rotate&quot;:-1.7619112319977959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7&quot;}},&quot;8a471bf2-34df-4605-9bd4-f0b049de00b4&quot;:{&quot;type&quot;:&quot;FIGURE_OBJECT&quot;,&quot;id&quot;:&quot;8a471bf2-34df-4605-9bd4-f0b049de00b4&quot;,&quot;name&quot;:&quot;Streptavidin (tetramer)&quot;,&quot;relativeTransform&quot;:{&quot;translate&quot;:{&quot;x&quot;:-0.6682404046849183,&quot;y&quot;:-0.8217028615655135},&quot;rotate&quot;:2.483387283634514,&quot;skewX&quot;:-2.529904546563399e-15,&quot;scale&quot;:{&quot;x&quot;:0.012026519433949466,&quot;y&quot;:0.012026519433949475}},&quot;opacity&quot;:1,&quot;image&quot;:{&quot;url&quot;:&quot;https://icons.biorender.com/biorender/5b06c8c5bd399f0014847c1a/20180524141642/image/streptavidin-tetramer.png&quot;,&quot;fallbackUrl&quot;:&quot;https://res.cloudinary.com/dlcjuc3ej/image/upload/v1527171402/vv28vz6h1laih51qsbki.svg#/keystone/api/icons/5b06c8c5bd399f0014847c1a/20180524141642/image/streptavidin-tetramer.svg&quot;,&quot;size&quot;:{&quot;x&quot;:354,&quot;y&quot;:354},&quot;isPremium&quot;:false},&quot;source&quot;:{&quot;id&quot;:&quot;5b06c8c5bd399f0014847c1a&quot;,&quot;type&quot;:&quot;ASSETS&quot;},&quot;pathStyles&quot;:[{&quot;type&quot;:&quot;FILL&quot;,&quot;fillStyle&quot;:&quot;rgb(0,0,0)&quot;}],&quot;isLocked&quot;:false,&quot;parent&quot;:{&quot;type&quot;:&quot;CHILD&quot;,&quot;parentId&quot;:&quot;2eabb5d6-6500-4677-ae6d-e30ebd0b0efc&quot;,&quot;order&quot;:&quot;5&quot;}},&quot;34e5b722-81b6-4a7a-9481-b92b88252352&quot;:{&quot;type&quot;:&quot;FIGURE_OBJECT&quot;,&quot;id&quot;:&quot;34e5b722-81b6-4a7a-9481-b92b88252352&quot;,&quot;relativeTransform&quot;:{&quot;translate&quot;:{&quot;x&quot;:1.3589981583427553,&quot;y&quot;:1.5124606152233062},&quot;rotate&quot;:-0.7853981633974493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2eabb5d6-6500-4677-ae6d-e30ebd0b0efc&quot;,&quot;order&quot;:&quot;2&quot;}},&quot;5ea8cd25-7ad7-4b75-a2f6-ddbb5263f31c&quot;:{&quot;type&quot;:&quot;FIGURE_OBJECT&quot;,&quot;id&quot;:&quot;5ea8cd25-7ad7-4b75-a2f6-ddbb5263f31c&quot;,&quot;name&quot;:&quot;Radar&quot;,&quot;relativeTransform&quot;:{&quot;translate&quot;:{&quot;x&quot;:1.3238222114681628e-14,&quot;y&quot;:0.47617480352435},&quot;rotate&quot;:-7.679448708775048e-17,&quot;skewX&quot;:-4.069397864680266e-15,&quot;scale&quot;:{&quot;x&quot;:0.013849712354573775,&quot;y&quot;:0.013849712354573773}},&quot;opacity&quot;:1,&quot;image&quot;:{&quot;url&quot;:&quot;https://icons.biorender.com/biorender/5a7b6a46c232db0014da97d1/radar.png&quot;,&quot;fallbackUrl&quot;:&quot;https://res.cloudinary.com/dlcjuc3ej/image/upload/v1518037571/sij7enpqg89hsetl9zqu.svg#/keystone/api/icons/5a7b6a46c232db0014da97d1/radar.svg&quot;,&quot;size&quot;:{&quot;x&quot;:200,&quot;y&quot;:200},&quot;isPremium&quot;:false},&quot;source&quot;:{&quot;id&quot;:&quot;5a3802e5acaa880014e2ef43&quot;,&quot;type&quot;:&quot;ASSETS&quot;},&quot;pathStyles&quot;:[{&quot;type&quot;:&quot;FILL&quot;,&quot;fillStyle&quot;:&quot;rgb(0,0,0)&quot;}],&quot;isLocked&quot;:false,&quot;parent&quot;:{&quot;type&quot;:&quot;CHILD&quot;,&quot;parentId&quot;:&quot;34e5b722-81b6-4a7a-9481-b92b88252352&quot;,&quot;order&quot;:&quot;5&quot;}},&quot;0638f5f5-6414-4545-94b0-b4c4353f713d&quot;:{&quot;type&quot;:&quot;FIGURE_OBJECT&quot;,&quot;id&quot;:&quot;0638f5f5-6414-4545-94b0-b4c4353f713d&quot;,&quot;relativeTransform&quot;:{&quot;translate&quot;:{&quot;x&quot;:-0.0399513841487217,&quot;y&quot;:-0.7410511718793075},&quot;rotate&quot;:0,&quot;skewX&quot;:-4.2229868388557685e-15},&quot;opacity&quot;:1,&quot;path&quot;:{&quot;type&quot;:&quot;RECT&quot;,&quot;size&quot;:{&quot;x&quot;:0.28551437788885653,&quot;y&quot;:2.2401897342048422},&quot;cornerRounding&quot;:{&quot;type&quot;:&quot;ARC_LENGTH&quot;,&quot;global&quot;:0.22424246801747308}},&quot;pathStyles&quot;:[{&quot;type&quot;:&quot;FILL&quot;,&quot;fillStyle&quot;:&quot;rgba(199,8,8,1)&quot;},{&quot;type&quot;:&quot;STROKE&quot;,&quot;strokeStyle&quot;:&quot;#95AAD3&quot;,&quot;lineWidth&quot;:0,&quot;lineJoin&quot;:&quot;round&quot;}],&quot;isLocked&quot;:false,&quot;parent&quot;:{&quot;type&quot;:&quot;CHILD&quot;,&quot;parentId&quot;:&quot;34e5b722-81b6-4a7a-9481-b92b88252352&quot;,&quot;order&quot;:&quot;2&quot;}},&quot;1d65d5e0-9fdc-4f16-942e-9e13f760111b&quot;:{&quot;type&quot;:&quot;FIGURE_OBJECT&quot;,&quot;id&quot;:&quot;1d65d5e0-9fdc-4f16-942e-9e13f760111b&quot;,&quot;relativeTransform&quot;:{&quot;translate&quot;:{&quot;x&quot;:-133.02500652587725,&quot;y&quot;:46.555025069920816},&quot;rotate&quot;:0},&quot;opacity&quot;:1,&quot;path&quot;:{&quot;type&quot;:&quot;POLY_LINE&quot;,&quot;points&quot;:[{&quot;x&quot;:2.0358672336587764,&quot;y&quot;:-0.01286565175490511},{&quot;x&quot;:-3.365501276066805,&quot;y&quot;:-0.01286565175490752}],&quot;closed&quot;:false},&quot;pathStyles&quot;:[{&quot;type&quot;:&quot;FILL&quot;,&quot;fillStyle&quot;:&quot;transparent&quot;},{&quot;type&quot;:&quot;STROKE&quot;,&quot;strokeStyle&quot;:&quot;#232323&quot;,&quot;lineWidth&quot;:0.5199330762353325,&quot;lineJoin&quot;:&quot;round&quot;}],&quot;pathMarkers&quot;:{},&quot;isLocked&quot;:false,&quot;parent&quot;:{&quot;type&quot;:&quot;CHILD&quot;,&quot;parentId&quot;:&quot;db3d186c-66d8-4593-972a-a2b7e4fbb26a&quot;,&quot;order&quot;:&quot;9999996&quot;}},&quot;66e9c5e1-a41d-49d5-85b8-8794e071fbe0&quot;:{&quot;type&quot;:&quot;FIGURE_OBJECT&quot;,&quot;id&quot;:&quot;66e9c5e1-a41d-49d5-85b8-8794e071fbe0&quot;,&quot;name&quot;:&quot;MHC class I (tetramer)&quot;,&quot;relativeTransform&quot;:{&quot;translate&quot;:{&quot;x&quot;:-141.3665826434629,&quot;y&quot;:49.82033901401812},&quot;rotate&quot;:-1.761911231997795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82&quot;}},&quot;695cf32e-d471-4096-a716-a9451c9cfb70&quot;:{&quot;type&quot;:&quot;FIGURE_OBJECT&quot;,&quot;id&quot;:&quot;695cf32e-d471-4096-a716-a9451c9cfb70&quot;,&quot;name&quot;:&quot;Streptavidin (tetramer)&quot;,&quot;relativeTransform&quot;:{&quot;translate&quot;:{&quot;x&quot;:-1.3722168392823266,&quot;y&quot;:-1.6873485883546986},&quot;rotate&quot;:2.483387283634515,&quot;skewX&quot;:3.555333359511531e-16,&quot;scale&quot;:{&quot;x&quot;:0.024696190726454088,&quot;y&quot;:0.024696190726454077}},&quot;opacity&quot;:1,&quot;image&quot;:{&quot;url&quot;:&quot;https://icons.biorender.com/biorender/5b06c8c5bd399f0014847c1a/20180524141642/image/streptavidin-tetramer.png&quot;,&quot;fallbackUrl&quot;:&quot;https://res.cloudinary.com/dlcjuc3ej/image/upload/v1527171402/vv28vz6h1laih51qsbki.svg#/keystone/api/icons/5b06c8c5bd399f0014847c1a/20180524141642/image/streptavidin-tetramer.svg&quot;,&quot;size&quot;:{&quot;x&quot;:354,&quot;y&quot;:354},&quot;isPremium&quot;:false},&quot;source&quot;:{&quot;id&quot;:&quot;5b06c8c5bd399f0014847c1a&quot;,&quot;type&quot;:&quot;ASSETS&quot;},&quot;pathStyles&quot;:[{&quot;type&quot;:&quot;FILL&quot;,&quot;fillStyle&quot;:&quot;rgb(0,0,0)&quot;}],&quot;isLocked&quot;:false,&quot;parent&quot;:{&quot;type&quot;:&quot;CHILD&quot;,&quot;parentId&quot;:&quot;66e9c5e1-a41d-49d5-85b8-8794e071fbe0&quot;,&quot;order&quot;:&quot;5&quot;}},&quot;12372245-16c7-41da-8673-e9559234b56e&quot;:{&quot;type&quot;:&quot;FIGURE_OBJECT&quot;,&quot;id&quot;:&quot;12372245-16c7-41da-8673-e9559234b56e&quot;,&quot;relativeTransform&quot;:{&quot;translate&quot;:{&quot;x&quot;:2.7906725549031837,&quot;y&quot;:3.1058043039754613},&quot;rotate&quot;:-0.7853981633974485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66e9c5e1-a41d-49d5-85b8-8794e071fbe0&quot;,&quot;order&quot;:&quot;2&quot;}},&quot;27a6ea4c-5802-47b8-8c74-cd42c291da92&quot;:{&quot;type&quot;:&quot;FIGURE_OBJECT&quot;,&quot;id&quot;:&quot;27a6ea4c-5802-47b8-8c74-cd42c291da92&quot;,&quot;name&quot;:&quot;Radar&quot;,&quot;relativeTransform&quot;:{&quot;translate&quot;:{&quot;x&quot;:2.954783181976281e-14,&quot;y&quot;:0.9778143902360361},&quot;rotate&quot;:-7.679448708775047e-17,&quot;skewX&quot;:-1.6523373713755054e-15,&quot;scale&quot;:{&quot;x&quot;:0.028440076922800758,&quot;y&quot;:0.028440076922800747}},&quot;opacity&quot;:1,&quot;image&quot;:{&quot;url&quot;:&quot;https://icons.biorender.com/biorender/5a7b6a46c232db0014da97d1/radar.png&quot;,&quot;fallbackUrl&quot;:&quot;https://res.cloudinary.com/dlcjuc3ej/image/upload/v1518037571/sij7enpqg89hsetl9zqu.svg#/keystone/api/icons/5a7b6a46c232db0014da97d1/radar.svg&quot;,&quot;size&quot;:{&quot;x&quot;:200,&quot;y&quot;:200},&quot;isPremium&quot;:false},&quot;source&quot;:{&quot;id&quot;:&quot;5a3802e5acaa880014e2ef43&quot;,&quot;type&quot;:&quot;ASSETS&quot;},&quot;pathStyles&quot;:[{&quot;type&quot;:&quot;FILL&quot;,&quot;fillStyle&quot;:&quot;rgb(0,0,0)&quot;}],&quot;isLocked&quot;:false,&quot;parent&quot;:{&quot;type&quot;:&quot;CHILD&quot;,&quot;parentId&quot;:&quot;12372245-16c7-41da-8673-e9559234b56e&quot;,&quot;order&quot;:&quot;5&quot;}},&quot;639376fb-c6c2-4868-becd-ab68fc2008d3&quot;:{&quot;type&quot;:&quot;FIGURE_OBJECT&quot;,&quot;id&quot;:&quot;639376fb-c6c2-4868-becd-ab68fc2008d3&quot;,&quot;relativeTransform&quot;:{&quot;translate&quot;:{&quot;x&quot;:-0.08203928061992061,&quot;y&quot;:-1.521732133665512},&quot;rotate&quot;:0,&quot;skewX&quot;:-1.8059263455510063e-15},&quot;opacity&quot;:1,&quot;path&quot;:{&quot;type&quot;:&quot;RECT&quot;,&quot;size&quot;:{&quot;x&quot;:0.5862974379423191,&quot;y&quot;:4.600179897701204},&quot;cornerRounding&quot;:{&quot;type&quot;:&quot;ARC_LENGTH&quot;,&quot;global&quot;:0.46047693096452685}},&quot;pathStyles&quot;:[{&quot;type&quot;:&quot;FILL&quot;,&quot;fillStyle&quot;:&quot;rgba(199,8,8,1)&quot;},{&quot;type&quot;:&quot;STROKE&quot;,&quot;strokeStyle&quot;:&quot;#95AAD3&quot;,&quot;lineWidth&quot;:0,&quot;lineJoin&quot;:&quot;round&quot;}],&quot;isLocked&quot;:false,&quot;parent&quot;:{&quot;type&quot;:&quot;CHILD&quot;,&quot;parentId&quot;:&quot;12372245-16c7-41da-8673-e9559234b56e&quot;,&quot;order&quot;:&quot;2&quot;}},&quot;ad631a04-1938-4867-a4ad-dda98e4a5740&quot;:{&quot;type&quot;:&quot;FIGURE_OBJECT&quot;,&quot;id&quot;:&quot;ad631a04-1938-4867-a4ad-dda98e4a5740&quot;,&quot;relativeTransform&quot;:{&quot;translate&quot;:{&quot;x&quot;:-111.18246647960551,&quot;y&quot;:46.6009386696983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14]}],&quot;text&quot;:&quot;Streptavidin-PE&quot;,&quot;base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}],&quot;verticalAlign&quot;:&quot;TOP&quot;},&quot;size&quot;:{&quot;x&quot;:37.6655024291694,&quot;y&quot;:6.189754031104151},&quot;targetSize&quot;:{&quot;x&quot;:37.6655024291694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81&quot;}},&quot;fee95b85-170c-4f14-9124-6175d04a3541&quot;:{&quot;type&quot;:&quot;FIGURE_OBJECT&quot;,&quot;id&quot;:&quot;fee95b85-170c-4f14-9124-6175d04a3541&quot;,&quot;name&quot;:&quot;Sphere&quot;,&quot;relativeTransform&quot;:{&quot;translate&quot;:{&quot;x&quot;:-150.98358225276147,&quot;y&quot;:95.8399588460397},&quot;rotate&quot;:0,&quot;skewX&quot;:0,&quot;scale&quot;:{&quot;x&quot;:0.10792207812043891,&quot;y&quot;:0.10792207812043891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2&quot;}},&quot;7d90694b-486e-4071-b92f-b336b7590e26&quot;:{&quot;type&quot;:&quot;FIGURE_OBJECT&quot;,&quot;id&quot;:&quot;7d90694b-486e-4071-b92f-b336b7590e26&quot;,&quot;name&quot;:&quot;Antibody (round style)&quot;,&quot;relativeTransform&quot;:{&quot;translate&quot;:{&quot;x&quot;:-150.70746852146632,&quot;y&quot;:82.62384749852164},&quot;rotate&quot;:-0.008194228855692197,&quot;skewX&quot;:7.888135862378765e-16,&quot;scale&quot;:{&quot;x&quot;:0.06670721878748938,&quot;y&quot;:0.06657512528493997}},&quot;opacity&quot;:1,&quot;image&quot;:{&quot;url&quot;:&quot;https://icons.biorender.com/biorender/5b43ad5344457700149c1cd4/antibody-round-style.png&quot;,&quot;fallbackUrl&quot;:&quot;https://res.cloudinary.com/dlcjuc3ej/image/upload/v1531161933/o9m3rnysp8ggpncn0ccz.svg#/keystone/api/icons/5b43ad5344457700149c1cd4/antibody-round-style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1&quot;}},&quot;5a4a667c-a892-4edb-9b8f-dcba328b0ef0&quot;:{&quot;type&quot;:&quot;FIGURE_OBJECT&quot;,&quot;id&quot;:&quot;5a4a667c-a892-4edb-9b8f-dcba328b0ef0&quot;,&quot;name&quot;:&quot;Sphere&quot;,&quot;relativeTransform&quot;:{&quot;translate&quot;:{&quot;x&quot;:-144.08819607103544,&quot;y&quot;:75.07184592376517},&quot;rotate&quot;:3.1333984247341014,&quot;skewX&quot;:3.872164949311733e-16,&quot;scale&quot;:{&quot;x&quot;:0.0379390257120214,&quot;y&quot;:0.03793902571202126}},&quot;opacity&quot;:1,&quot;image&quot;:{&quot;url&quot;:&quot;https://icons.cdn.biorender.com/biorender/5f4529c2929bce0028c9f871/5b8847989629ce1400901caa.png&quot;,&quot;fallbackUrl&quot;:&quot;sources/icons/5f4529c2929bce0028c9f871/5b8847989629ce1400901caa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88&quot;}},&quot;5b81f13a-136a-4aa7-8a94-20ae2bd0ebaa&quot;:{&quot;type&quot;:&quot;FIGURE_OBJECT&quot;,&quot;id&quot;:&quot;5b81f13a-136a-4aa7-8a94-20ae2bd0ebaa&quot;,&quot;relativeTransform&quot;:{&quot;translate&quot;:{&quot;x&quot;:-189.787057982693,&quot;y&quot;:71.53275896252003},&quot;rotate&quot;:0},&quot;opacity&quot;:1,&quot;path&quot;:{&quot;type&quot;:&quot;POLY_LINE&quot;,&quot;points&quot;:[{&quot;x&quot;:-4.703604241731395,&quot;y&quot;:-6.582385038812196},{&quot;x&quot;:2.7654399191781485,&quot;y&quot;:-1.9166725708653176},{&quot;x&quot;:4.956373321723498,&quot;y&quot;:8.18873275647824}],&quot;closed&quot;:false},&quot;pathStyles&quot;:[{&quot;type&quot;:&quot;FILL&quot;,&quot;fillStyle&quot;:&quot;transparent&quot;},{&quot;type&quot;:&quot;STROKE&quot;,&quot;strokeStyle&quot;:{&quot;units&quot;:&quot;PATH_LENGTH&quot;,&quot;stops&quot;:{&quot;0&quot;:&quot;#23232300&quot;,&quot;1&quot;:&quot;#232323&quot;}},&quot;lineWidth&quot;:0.61897540311041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b3d186c-66d8-4593-972a-a2b7e4fbb26a&quot;,&quot;order&quot;:&quot;9999985&quot;},&quot;connectorInfo&quot;:{&quot;connectedObjects&quot;:[],&quot;type&quot;:&quot;QUADRATIC&quot;,&quot;offset&quot;:{&quot;x&quot;:0,&quot;y&quot;:0},&quot;bending&quot;:-0.1,&quot;firstElementIsHead&quot;:true,&quot;customized&quot;:true}},&quot;f6cf5a39-c8d2-44da-a379-0f04e1212b82&quot;:{&quot;type&quot;:&quot;FIGURE_OBJECT&quot;,&quot;id&quot;:&quot;f6cf5a39-c8d2-44da-a379-0f04e1212b82&quot;,&quot;name&quot;:&quot;Well plate (side view, 2)&quot;,&quot;relativeTransform&quot;:{&quot;translate&quot;:{&quot;x&quot;:-184.5560888516849,&quot;y&quot;:98.2619030974928},&quot;rotate&quot;:0,&quot;skewX&quot;:0,&quot;scale&quot;:{&quot;x&quot;:0.18718524952297586,&quot;y&quot;:0.18697498225853693}},&quot;opacity&quot;:1,&quot;image&quot;:{&quot;url&quot;:&quot;https://icons.biorender.com/biorender/5bcdd217c7977a120007fadf/well-plate-side-view-2.png&quot;,&quot;fallbackUrl&quot;:&quot;https://res.cloudinary.com/dlcjuc3ej/image/upload/v1540215315/ugmkp7kbungwbcqilk9i.svg#/keystone/api/icons/5bcdd217c7977a120007fadf/well-plate-side-view-2.svg&quot;,&quot;size&quot;:{&quot;x&quot;:305,&quot;y&quot;:221},&quot;isPremium&quot;:false},&quot;source&quot;:{&quot;id&quot;:&quot;5bcdd1e3c7977a120007fad1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83&quot;}},&quot;531967cd-7089-4f94-8774-f080069a92e1&quot;:{&quot;type&quot;:&quot;FIGURE_OBJECT&quot;,&quot;id&quot;:&quot;531967cd-7089-4f94-8774-f080069a92e1&quot;,&quot;relativeTransform&quot;:{&quot;translate&quot;:{&quot;x&quot;:-216.76014599740438,&quot;y&quot;:26.7790648300245},&quot;rotate&quot;:0},&quot;layout&quot;:{&quot;sizeRatio&quot;:{&quot;x&quot;:0.88,&quot;y&quot;:0.88},&quot;keepAspectRatio&quot;:true},&quot;opacity&quot;:1,&quot;path&quot;:{&quot;type&quot;:&quot;ELLIPSE&quot;,&quot;size&quot;:{&quot;x&quot;:8.909494438710524,&quot;y&quot;:8.90949443871052}},&quot;pathStyles&quot;:[{&quot;type&quot;:&quot;FILL&quot;,&quot;fillStyle&quot;:&quot;rgba(255,255,255,1)&quot;},{&quot;type&quot;:&quot;STROKE&quot;,&quot;strokeStyle&quot;:&quot;rgba(0,0,0,1)&quot;,&quot;lineWidth&quot;:0.6058013213337143,&quot;lineJoin&quot;:&quot;round&quot;}],&quot;isLocked&quot;:false,&quot;parent&quot;:{&quot;type&quot;:&quot;CHILD&quot;,&quot;parentId&quot;:&quot;db3d186c-66d8-4593-972a-a2b7e4fbb26a&quot;,&quot;order&quot;:&quot;99999805&quot;}},&quot;259c6c8f-c29e-46a7-9c5b-8d28d6ee9b56&quot;:{&quot;type&quot;:&quot;FIGURE_OBJECT&quot;,&quot;id&quot;:&quot;259c6c8f-c29e-46a7-9c5b-8d28d6ee9b5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6.6024042998444274,&quot;color&quot;:&quot;rgb(0,0,0)&quot;,&quot;fontWeight&quot;:&quot;normal&quot;,&quot;fontStyle&quot;:&quot;normal&quot;,&quot;decoration&quot;:&quot;none&quot;,&quot;script&quot;:&quot;none&quot;},&quot;range&quot;:[0,0]}],&quot;text&quot;:&quot;4&quot;}],&quot;verticalAlign&quot;:&quot;TOP&quot;},&quot;size&quot;:{&quot;x&quot;:7.4634722788313645,&quot;y&quot;:7.840355106065257},&quot;targetSize&quot;:{&quot;x&quot;:7.4634722788313645,&quot;y&quot;:2},&quot;format&quot;:&quot;BETTER_TEXT&quot;,&quot;verticalAlign&quot;:&quot;TOP&quot;},&quot;parent&quot;:{&quot;type&quot;:&quot;CHILD&quot;,&quot;parentId&quot;:&quot;531967cd-7089-4f94-8774-f080069a92e1&quot;,&quot;order&quot;:&quot;5&quot;}},&quot;8aaf7446-c13b-4493-9be8-f3f00a471ed3&quot;:{&quot;type&quot;:&quot;FIGURE_OBJECT&quot;,&quot;id&quot;:&quot;8aaf7446-c13b-4493-9be8-f3f00a471ed3&quot;,&quot;relativeTransform&quot;:{&quot;translate&quot;:{&quot;x&quot;:-152.32413474159546,&quot;y&quot;:29.9748535931139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6.6024042998444274,&quot;color&quot;:&quot;#232323&quot;,&quot;fontWeight&quot;:&quot;normal&quot;,&quot;fontStyle&quot;:&quot;normal&quot;,&quot;decoration&quot;:&quot;none&quot;,&quot;script&quot;:&quot;none&quot;},&quot;range&quot;:[0,71]}],&quot;text&quot;:&quot;Streptavidin-PE is added and binds to biotinylated detection antibodies &quot;}],&quot;verticalAlign&quot;:&quot;TOP&quot;,&quot;_lastCaretLocation&quot;:{&quot;lineIndex&quot;:0,&quot;runIndex&quot;:0,&quot;charIndex&quot;:19}},&quot;size&quot;:{&quot;x&quot;:115.2293347330225,&quot;y&quot;:15.301071964889458},&quot;targetSize&quot;:{&quot;x&quot;:115.2293347330225,&quot;y&quot;:15.301071964889458},&quot;format&quot;:&quot;BETTER_TEXT&quot;,&quot;verticalAlign&quot;:&quot;TOP&quot;},&quot;isLocked&quot;:false,&quot;parent&quot;:{&quot;type&quot;:&quot;CHILD&quot;,&quot;parentId&quot;:&quot;db3d186c-66d8-4593-972a-a2b7e4fbb26a&quot;,&quot;order&quot;:&quot;99999802&quot;}},&quot;b7d9bf87-3a10-459e-b3ef-60262cc93ae9&quot;:{&quot;type&quot;:&quot;FIGURE_OBJECT&quot;,&quot;id&quot;:&quot;b7d9bf87-3a10-459e-b3ef-60262cc93ae9&quot;,&quot;name&quot;:&quot;Sphere&quot;,&quot;relativeTransform&quot;:{&quot;translate&quot;:{&quot;x&quot;:169.35303158862285,&quot;y&quot;:-33.16713230504424},&quot;rotate&quot;:0,&quot;skewX&quot;:0,&quot;scale&quot;:{&quot;x&quot;:0.10792207812043891,&quot;y&quot;:0.10792207812043891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725&quot;}},&quot;a9ecf7d6-996d-4ed6-9914-7be6491cc968&quot;:{&quot;type&quot;:&quot;FIGURE_OBJECT&quot;,&quot;id&quot;:&quot;a9ecf7d6-996d-4ed6-9914-7be6491cc968&quot;,&quot;relativeTransform&quot;:{&quot;translate&quot;:{&quot;x&quot;:159.85218542953606,&quot;y&quot;:-30.909318766620178},&quot;rotate&quot;:0},&quot;opacity&quot;:1,&quot;path&quot;:{&quot;type&quot;:&quot;POLY_LINE&quot;,&quot;points&quot;:[{&quot;x&quot;:-10.172262939620852,&quot;y&quot;:0.2928086403791124},{&quot;x&quot;:-10.172262939620852,&quot;y&quot;:-2.049660482653925},{&quot;x&quot;:8.217964113880111,&quot;y&quot;:-9.466919066455334},{&quot;x&quot;:10.172262939620838,&quot;y&quot;:5.314034061756236}],&quot;closed&quot;:true},&quot;pathStyles&quot;:[{&quot;type&quot;:&quot;FILL&quot;,&quot;fillStyle&quot;:&quot;rgba(14,51,97,0.33)&quot;},{&quot;type&quot;:&quot;STROKE&quot;,&quot;strokeStyle&quot;:&quot;#95AAD3&quot;,&quot;lineWidth&quot;:0,&quot;lineJoin&quot;:&quot;round&quot;}],&quot;isLocked&quot;:false,&quot;parent&quot;:{&quot;type&quot;:&quot;CHILD&quot;,&quot;parentId&quot;:&quot;db3d186c-66d8-4593-972a-a2b7e4fbb26a&quot;,&quot;order&quot;:&quot;9999999708&quot;},&quot;connectorInfo&quot;:{&quot;connectedObjects&quot;:[],&quot;type&quot;:&quot;ELBOW&quot;,&quot;offset&quot;:{&quot;x&quot;:0,&quot;y&quot;:0},&quot;bending&quot;:-0.1,&quot;firstElementIsHead&quot;:true,&quot;customized&quot;:true}},&quot;26e45843-e3f7-4565-aa0d-e02d7c940c59&quot;:{&quot;type&quot;:&quot;FIGURE_OBJECT&quot;,&quot;id&quot;:&quot;26e45843-e3f7-4565-aa0d-e02d7c940c59&quot;,&quot;relativeTransform&quot;:{&quot;translate&quot;:{&quot;x&quot;:130.54959306924067,&quot;y&quot;:-58.07143712743113},&quot;rotate&quot;:0},&quot;opacity&quot;:1,&quot;path&quot;:{&quot;type&quot;:&quot;POLY_LINE&quot;,&quot;points&quot;:[{&quot;x&quot;:-4.703604241731395,&quot;y&quot;:-6.582385038812196},{&quot;x&quot;:2.7654399191781485,&quot;y&quot;:-1.9166725708653176},{&quot;x&quot;:4.956373321723498,&quot;y&quot;:8.18873275647824}],&quot;closed&quot;:false},&quot;pathStyles&quot;:[{&quot;type&quot;:&quot;FILL&quot;,&quot;fillStyle&quot;:&quot;transparent&quot;},{&quot;type&quot;:&quot;STROKE&quot;,&quot;strokeStyle&quot;:{&quot;units&quot;:&quot;PATH_LENGTH&quot;,&quot;stops&quot;:{&quot;0&quot;:&quot;#23232300&quot;,&quot;1&quot;:&quot;#232323&quot;}},&quot;lineWidth&quot;:0.61897540311041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b3d186c-66d8-4593-972a-a2b7e4fbb26a&quot;,&quot;order&quot;:&quot;9999999706&quot;},&quot;connectorInfo&quot;:{&quot;connectedObjects&quot;:[],&quot;type&quot;:&quot;QUADRATIC&quot;,&quot;offset&quot;:{&quot;x&quot;:0,&quot;y&quot;:0},&quot;bending&quot;:-0.1,&quot;firstElementIsHead&quot;:true,&quot;customized&quot;:true}},&quot;bafd0487-6bf2-4cf2-b1f8-de17b3b4741a&quot;:{&quot;type&quot;:&quot;FIGURE_OBJECT&quot;,&quot;id&quot;:&quot;bafd0487-6bf2-4cf2-b1f8-de17b3b4741a&quot;,&quot;name&quot;:&quot;Well plate (side view, 2)&quot;,&quot;relativeTransform&quot;:{&quot;translate&quot;:{&quot;x&quot;:135.78052498969942,&quot;y&quot;:-30.745188053591168},&quot;rotate&quot;:0,&quot;skewX&quot;:0,&quot;scale&quot;:{&quot;x&quot;:0.18718524952297586,&quot;y&quot;:0.18697498225853693}},&quot;opacity&quot;:1,&quot;image&quot;:{&quot;url&quot;:&quot;https://icons.biorender.com/biorender/5bcdd217c7977a120007fadf/well-plate-side-view-2.png&quot;,&quot;fallbackUrl&quot;:&quot;https://res.cloudinary.com/dlcjuc3ej/image/upload/v1540215315/ugmkp7kbungwbcqilk9i.svg#/keystone/api/icons/5bcdd217c7977a120007fadf/well-plate-side-view-2.svg&quot;,&quot;size&quot;:{&quot;x&quot;:305,&quot;y&quot;:221},&quot;isPremium&quot;:false},&quot;source&quot;:{&quot;id&quot;:&quot;5bcdd1e3c7977a120007fad1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704&quot;}},&quot;2458be8c-6344-4b19-a1cb-3f4e03448759&quot;:{&quot;type&quot;:&quot;FIGURE_OBJECT&quot;,&quot;id&quot;:&quot;2458be8c-6344-4b19-a1cb-3f4e03448759&quot;,&quot;name&quot;:&quot;Sphere&quot;,&quot;relativeTransform&quot;:{&quot;translate&quot;:{&quot;x&quot;:12.295009327419416,&quot;y&quot;:-33.16713230504424},&quot;rotate&quot;:0,&quot;skewX&quot;:0,&quot;scale&quot;:{&quot;x&quot;:0.10792207812043891,&quot;y&quot;:0.10792207812043891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99977&quot;}},&quot;05b0b318-b1a3-4474-ac05-b82b1b10a463&quot;:{&quot;type&quot;:&quot;FIGURE_OBJECT&quot;,&quot;id&quot;:&quot;05b0b318-b1a3-4474-ac05-b82b1b10a463&quot;,&quot;relativeTransform&quot;:{&quot;translate&quot;:{&quot;x&quot;:2.794163168332607,&quot;y&quot;:-30.909318766620185},&quot;rotate&quot;:0},&quot;opacity&quot;:1,&quot;path&quot;:{&quot;type&quot;:&quot;POLY_LINE&quot;,&quot;points&quot;:[{&quot;x&quot;:-10.172262939620852,&quot;y&quot;:0.2928086403791124},{&quot;x&quot;:-10.172262939620852,&quot;y&quot;:-2.049660482653925},{&quot;x&quot;:8.217964113880111,&quot;y&quot;:-9.466919066455334},{&quot;x&quot;:10.172262939620838,&quot;y&quot;:5.314034061756236}],&quot;closed&quot;:true},&quot;pathStyles&quot;:[{&quot;type&quot;:&quot;FILL&quot;,&quot;fillStyle&quot;:&quot;rgba(14,51,97,0.33)&quot;},{&quot;type&quot;:&quot;STROKE&quot;,&quot;strokeStyle&quot;:&quot;#95AAD3&quot;,&quot;lineWidth&quot;:0,&quot;lineJoin&quot;:&quot;round&quot;}],&quot;isLocked&quot;:false,&quot;parent&quot;:{&quot;type&quot;:&quot;CHILD&quot;,&quot;parentId&quot;:&quot;db3d186c-66d8-4593-972a-a2b7e4fbb26a&quot;,&quot;order&quot;:&quot;99999999999975&quot;},&quot;connectorInfo&quot;:{&quot;connectedObjects&quot;:[],&quot;type&quot;:&quot;ELBOW&quot;,&quot;offset&quot;:{&quot;x&quot;:0,&quot;y&quot;:0},&quot;bending&quot;:-0.1,&quot;firstElementIsHead&quot;:true,&quot;customized&quot;:true}},&quot;94f66491-60af-4ddb-9887-341f6f675440&quot;:{&quot;type&quot;:&quot;FIGURE_OBJECT&quot;,&quot;id&quot;:&quot;94f66491-60af-4ddb-9887-341f6f675440&quot;,&quot;relativeTransform&quot;:{&quot;translate&quot;:{&quot;x&quot;:-26.508466402512113,&quot;y&quot;:-57.474332188563956},&quot;rotate&quot;:0},&quot;opacity&quot;:1,&quot;path&quot;:{&quot;type&quot;:&quot;POLY_LINE&quot;,&quot;points&quot;:[{&quot;x&quot;:-4.703604241731395,&quot;y&quot;:-6.582385038812196},{&quot;x&quot;:2.7654399191781485,&quot;y&quot;:-1.9166725708653176},{&quot;x&quot;:4.956373321723498,&quot;y&quot;:8.18873275647824}],&quot;closed&quot;:false},&quot;pathStyles&quot;:[{&quot;type&quot;:&quot;FILL&quot;,&quot;fillStyle&quot;:&quot;transparent&quot;},{&quot;type&quot;:&quot;STROKE&quot;,&quot;strokeStyle&quot;:{&quot;units&quot;:&quot;PATH_LENGTH&quot;,&quot;stops&quot;:{&quot;0&quot;:&quot;#23232300&quot;,&quot;1&quot;:&quot;#232323&quot;}},&quot;lineWidth&quot;:0.61897540311041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b3d186c-66d8-4593-972a-a2b7e4fbb26a&quot;,&quot;order&quot;:&quot;99999999999973&quot;},&quot;connectorInfo&quot;:{&quot;connectedObjects&quot;:[],&quot;type&quot;:&quot;QUADRATIC&quot;,&quot;offset&quot;:{&quot;x&quot;:0,&quot;y&quot;:0},&quot;bending&quot;:-0.1,&quot;firstElementIsHead&quot;:true,&quot;customized&quot;:true}},&quot;97ebc63a-2e7c-449a-a4cc-a4aa5c27ba38&quot;:{&quot;type&quot;:&quot;FIGURE_OBJECT&quot;,&quot;id&quot;:&quot;97ebc63a-2e7c-449a-a4cc-a4aa5c27ba38&quot;,&quot;name&quot;:&quot;Well plate (side view, 2)&quot;,&quot;relativeTransform&quot;:{&quot;translate&quot;:{&quot;x&quot;:-21.27749727150403,&quot;y&quot;:-30.745188053591175},&quot;rotate&quot;:0,&quot;skewX&quot;:0,&quot;scale&quot;:{&quot;x&quot;:0.18718524952297586,&quot;y&quot;:0.18697498225853693}},&quot;opacity&quot;:1,&quot;image&quot;:{&quot;url&quot;:&quot;https://icons.biorender.com/biorender/5bcdd217c7977a120007fadf/well-plate-side-view-2.png&quot;,&quot;fallbackUrl&quot;:&quot;https://res.cloudinary.com/dlcjuc3ej/image/upload/v1540215315/ugmkp7kbungwbcqilk9i.svg#/keystone/api/icons/5bcdd217c7977a120007fadf/well-plate-side-view-2.svg&quot;,&quot;size&quot;:{&quot;x&quot;:305,&quot;y&quot;:221},&quot;isPremium&quot;:false},&quot;source&quot;:{&quot;id&quot;:&quot;5bcdd1e3c7977a120007fad1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99971&quot;}},&quot;9996242f-76e4-40db-9ffb-71cb4b608fd1&quot;:{&quot;type&quot;:&quot;FIGURE_OBJECT&quot;,&quot;id&quot;:&quot;9996242f-76e4-40db-9ffb-71cb4b608fd1&quot;,&quot;name&quot;:&quot;Sphere&quot;,&quot;relativeTransform&quot;:{&quot;translate&quot;:{&quot;x&quot;:-139.73844158931803,&quot;y&quot;:-33.16713230504424},&quot;rotate&quot;:0,&quot;skewX&quot;:0,&quot;scale&quot;:{&quot;x&quot;:0.10792207812043891,&quot;y&quot;:0.10792207812043891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&quot;}},&quot;c22b9c2b-29ba-4e7a-9d4f-c35c5ca835a3&quot;:{&quot;type&quot;:&quot;FIGURE_OBJECT&quot;,&quot;id&quot;:&quot;c22b9c2b-29ba-4e7a-9d4f-c35c5ca835a3&quot;,&quot;relativeTransform&quot;:{&quot;translate&quot;:{&quot;x&quot;:-139.47693855041118,&quot;y&quot;:-21.095182694103787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3]}],&quot;text&quot;:&quot;Bead&quot;}],&quot;verticalAlign&quot;:&quot;TOP&quot;,&quot;_lastCaretLocation&quot;:{&quot;lineIndex&quot;:0,&quot;runIndex&quot;:-1,&quot;charIndex&quot;:-1,&quot;endOfLine&quot;:true}},&quot;size&quot;:{&quot;x&quot;:12.43280200560762,&quot;y&quot;:6.189754031104151},&quot;targetSize&quot;:{&quot;x&quot;:12.43280200560762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9988&quot;}},&quot;024db825-1b94-4f7e-b33f-d980a0615a32&quot;:{&quot;type&quot;:&quot;FIGURE_OBJECT&quot;,&quot;id&quot;:&quot;024db825-1b94-4f7e-b33f-d980a0615a32&quot;,&quot;name&quot;:&quot;Well plate (side view, 2)&quot;,&quot;relativeTransform&quot;:{&quot;translate&quot;:{&quot;x&quot;:-173.23723955671653,&quot;y&quot;:-30.894066938563093},&quot;rotate&quot;:0,&quot;skewX&quot;:0,&quot;scale&quot;:{&quot;x&quot;:0.18718524952297586,&quot;y&quot;:0.18697498225853693}},&quot;opacity&quot;:1,&quot;image&quot;:{&quot;url&quot;:&quot;https://icons.biorender.com/biorender/5bcdd217c7977a120007fadf/well-plate-side-view-2.png&quot;,&quot;fallbackUrl&quot;:&quot;https://res.cloudinary.com/dlcjuc3ej/image/upload/v1540215315/ugmkp7kbungwbcqilk9i.svg#/keystone/api/icons/5bcdd217c7977a120007fadf/well-plate-side-view-2.svg&quot;,&quot;size&quot;:{&quot;x&quot;:305,&quot;y&quot;:221},&quot;isPremium&quot;:false},&quot;source&quot;:{&quot;id&quot;:&quot;5bcdd1e3c7977a120007fad1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876&quot;}},&quot;1c3047f5-20be-4c30-bc68-235954d37a93&quot;:{&quot;type&quot;:&quot;FIGURE_OBJECT&quot;,&quot;id&quot;:&quot;1c3047f5-20be-4c30-bc68-235954d37a93&quot;,&quot;relativeTransform&quot;:{&quot;translate&quot;:{&quot;x&quot;:-216.86099597923567,&quot;y&quot;:-90.36252096199064},&quot;rotate&quot;:0},&quot;layout&quot;:{&quot;sizeRatio&quot;:{&quot;x&quot;:0.88,&quot;y&quot;:0.88},&quot;keepAspectRatio&quot;:true},&quot;opacity&quot;:1,&quot;path&quot;:{&quot;type&quot;:&quot;ELLIPSE&quot;,&quot;size&quot;:{&quot;x&quot;:8.90949443871052,&quot;y&quot;:8.90949443871052}},&quot;pathStyles&quot;:[{&quot;type&quot;:&quot;FILL&quot;,&quot;fillStyle&quot;:&quot;rgba(255,255,255,1)&quot;},{&quot;type&quot;:&quot;STROKE&quot;,&quot;strokeStyle&quot;:&quot;rgba(0,0,0,1)&quot;,&quot;lineWidth&quot;:0.6194864056502475,&quot;lineJoin&quot;:&quot;round&quot;}],&quot;isLocked&quot;:false,&quot;parent&quot;:{&quot;type&quot;:&quot;CHILD&quot;,&quot;parentId&quot;:&quot;db3d186c-66d8-4593-972a-a2b7e4fbb26a&quot;,&quot;order&quot;:&quot;9999999875&quot;}},&quot;91ff81a1-408f-4dff-8f27-2a6306ce6860&quot;:{&quot;type&quot;:&quot;FIGURE_OBJECT&quot;,&quot;id&quot;:&quot;91ff81a1-408f-4dff-8f27-2a6306ce686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6.6024042998444274,&quot;color&quot;:&quot;rgb(0,0,0)&quot;,&quot;fontWeight&quot;:&quot;normal&quot;,&quot;fontStyle&quot;:&quot;normal&quot;,&quot;decoration&quot;:&quot;none&quot;,&quot;script&quot;:&quot;none&quot;},&quot;range&quot;:[0,0]}],&quot;text&quot;:&quot;1&quot;,&quot;baseStyle&quot;:{&quot;fontFamily&quot;:&quot;Roboto&quot;,&quot;fontSize&quot;:6.6024042998444274,&quot;color&quot;:&quot;rgb(0,0,0)&quot;,&quot;fontWeight&quot;:&quot;bold&quot;,&quot;fontStyle&quot;:&quot;normal&quot;,&quot;decoration&quot;:&quot;none&quot;,&quot;script&quot;:&quot;none&quot;}}],&quot;verticalAlign&quot;:&quot;TOP&quot;},&quot;size&quot;:{&quot;x&quot;:7.632072517611051,&quot;y&quot;:7.840355106065257},&quot;targetSize&quot;:{&quot;x&quot;:7.632072517611051,&quot;y&quot;:2},&quot;format&quot;:&quot;BETTER_TEXT&quot;,&quot;verticalAlign&quot;:&quot;TOP&quot;},&quot;parent&quot;:{&quot;type&quot;:&quot;CHILD&quot;,&quot;parentId&quot;:&quot;1c3047f5-20be-4c30-bc68-235954d37a93&quot;,&quot;order&quot;:&quot;5&quot;}},&quot;f57fe085-b39e-47ee-94d4-b3d446ab5c75&quot;:{&quot;type&quot;:&quot;FIGURE_OBJECT&quot;,&quot;id&quot;:&quot;f57fe085-b39e-47ee-94d4-b3d446ab5c75&quot;,&quot;relativeTransform&quot;:{&quot;translate&quot;:{&quot;x&quot;:-152.09575900031786,&quot;y&quot;:-87.1667321989011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6.6024042998444274,&quot;color&quot;:&quot;#232323&quot;,&quot;fontWeight&quot;:&quot;normal&quot;,&quot;fontStyle&quot;:&quot;normal&quot;,&quot;decoration&quot;:&quot;none&quot;,&quot;script&quot;:&quot;none&quot;},&quot;range&quot;:[0,73]}],&quot;text&quot;:&quot;Pre-mixed antibody-bead populations added to wells (32- or 96-well plates)&quot;}],&quot;verticalAlign&quot;:&quot;TOP&quot;,&quot;_lastCaretLocation&quot;:{&quot;lineIndex&quot;:0,&quot;runIndex&quot;:0,&quot;charIndex&quot;:19}},&quot;size&quot;:{&quot;x&quot;:114.77290646853673,&quot;y&quot;:15.301071964889458},&quot;targetSize&quot;:{&quot;x&quot;:114.77290646853673,&quot;y&quot;:15.301071964889458},&quot;format&quot;:&quot;BETTER_TEXT&quot;,&quot;verticalAlign&quot;:&quot;TOP&quot;},&quot;isLocked&quot;:false,&quot;parent&quot;:{&quot;type&quot;:&quot;CHILD&quot;,&quot;parentId&quot;:&quot;db3d186c-66d8-4593-972a-a2b7e4fbb26a&quot;,&quot;order&quot;:&quot;9999999872&quot;}},&quot;91d95bc1-a350-448b-b43b-ab1be31507d7&quot;:{&quot;type&quot;:&quot;FIGURE_OBJECT&quot;,&quot;id&quot;:&quot;91d95bc1-a350-448b-b43b-ab1be31507d7&quot;,&quot;relativeTransform&quot;:{&quot;translate&quot;:{&quot;x&quot;:99.57474915791805,&quot;y&quot;:-90.36252096199064},&quot;rotate&quot;:0},&quot;layout&quot;:{&quot;sizeRatio&quot;:{&quot;x&quot;:0.88,&quot;y&quot;:0.88},&quot;keepAspectRatio&quot;:true},&quot;opacity&quot;:1,&quot;path&quot;:{&quot;type&quot;:&quot;ELLIPSE&quot;,&quot;size&quot;:{&quot;x&quot;:8.909494438710524,&quot;y&quot;:8.90949443871052}},&quot;pathStyles&quot;:[{&quot;type&quot;:&quot;FILL&quot;,&quot;fillStyle&quot;:&quot;rgba(255,255,255,1)&quot;},{&quot;type&quot;:&quot;STROKE&quot;,&quot;strokeStyle&quot;:&quot;rgba(0,0,0,1)&quot;,&quot;lineWidth&quot;:0.6058013213337143,&quot;lineJoin&quot;:&quot;round&quot;}],&quot;isLocked&quot;:false,&quot;parent&quot;:{&quot;type&quot;:&quot;CHILD&quot;,&quot;parentId&quot;:&quot;db3d186c-66d8-4593-972a-a2b7e4fbb26a&quot;,&quot;order&quot;:&quot;9999999702&quot;}},&quot;5fee9aee-82cd-4c5a-b215-5d9932553d26&quot;:{&quot;type&quot;:&quot;FIGURE_OBJECT&quot;,&quot;id&quot;:&quot;5fee9aee-82cd-4c5a-b215-5d9932553d2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6.6024042998444274,&quot;color&quot;:&quot;rgb(0,0,0)&quot;,&quot;fontWeight&quot;:&quot;normal&quot;,&quot;fontStyle&quot;:&quot;normal&quot;,&quot;decoration&quot;:&quot;none&quot;,&quot;script&quot;:&quot;none&quot;},&quot;range&quot;:[0,0]}],&quot;text&quot;:&quot;3&quot;,&quot;baseStyle&quot;:{&quot;fontFamily&quot;:&quot;Roboto&quot;,&quot;fontSize&quot;:6.6024042998444274,&quot;color&quot;:&quot;rgb(0,0,0)&quot;,&quot;fontWeight&quot;:&quot;bold&quot;,&quot;fontStyle&quot;:&quot;normal&quot;,&quot;decoration&quot;:&quot;none&quot;,&quot;script&quot;:&quot;none&quot;}}],&quot;verticalAlign&quot;:&quot;TOP&quot;},&quot;size&quot;:{&quot;x&quot;:7.4634722788313645,&quot;y&quot;:7.840355106065257},&quot;targetSize&quot;:{&quot;x&quot;:7.4634722788313645,&quot;y&quot;:2},&quot;format&quot;:&quot;BETTER_TEXT&quot;,&quot;verticalAlign&quot;:&quot;TOP&quot;},&quot;parent&quot;:{&quot;type&quot;:&quot;CHILD&quot;,&quot;parentId&quot;:&quot;91d95bc1-a350-448b-b43b-ab1be31507d7&quot;,&quot;order&quot;:&quot;5&quot;}},&quot;38bffb5a-f489-457f-ae25-18e8d3b6025b&quot;:{&quot;type&quot;:&quot;FIGURE_OBJECT&quot;,&quot;id&quot;:&quot;38bffb5a-f489-457f-ae25-18e8d3b6025b&quot;,&quot;relativeTransform&quot;:{&quot;translate&quot;:{&quot;x&quot;:162.1518302316071,&quot;y&quot;:-87.1667321989011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6.6024042998444274,&quot;color&quot;:&quot;#232323&quot;,&quot;fontWeight&quot;:&quot;normal&quot;,&quot;fontStyle&quot;:&quot;normal&quot;,&quot;decoration&quot;:&quot;none&quot;,&quot;script&quot;:&quot;none&quot;},&quot;range&quot;:[0,72]}],&quot;text&quot;:&quot;Biotinylated detection antibodies that recognize bound analytes are added&quot;}],&quot;verticalAlign&quot;:&quot;TOP&quot;,&quot;_lastCaretLocation&quot;:{&quot;lineIndex&quot;:0,&quot;runIndex&quot;:0,&quot;charIndex&quot;:38}},&quot;size&quot;:{&quot;x&quot;:111.51147436878274,&quot;y&quot;:15.301071964889458},&quot;targetSize&quot;:{&quot;x&quot;:111.51147436878274,&quot;y&quot;:15.301071964889458},&quot;format&quot;:&quot;BETTER_TEXT&quot;,&quot;verticalAlign&quot;:&quot;TOP&quot;},&quot;isLocked&quot;:false,&quot;parent&quot;:{&quot;type&quot;:&quot;CHILD&quot;,&quot;parentId&quot;:&quot;db3d186c-66d8-4593-972a-a2b7e4fbb26a&quot;,&quot;order&quot;:&quot;9999999701&quot;}},&quot;0d79e12d-fe01-44a7-81be-fca658d391c2&quot;:{&quot;type&quot;:&quot;FIGURE_OBJECT&quot;,&quot;id&quot;:&quot;0d79e12d-fe01-44a7-81be-fca658d391c2&quot;,&quot;relativeTransform&quot;:{&quot;translate&quot;:{&quot;x&quot;:-60.393761024175326,&quot;y&quot;:-90.36252096199064},&quot;rotate&quot;:0},&quot;layout&quot;:{&quot;sizeRatio&quot;:{&quot;x&quot;:0.88,&quot;y&quot;:0.88},&quot;keepAspectRatio&quot;:true},&quot;opacity&quot;:1,&quot;path&quot;:{&quot;type&quot;:&quot;ELLIPSE&quot;,&quot;size&quot;:{&quot;x&quot;:8.90949443871052,&quot;y&quot;:8.90949443871052}},&quot;pathStyles&quot;:[{&quot;type&quot;:&quot;FILL&quot;,&quot;fillStyle&quot;:&quot;rgba(255,255,255,1)&quot;},{&quot;type&quot;:&quot;STROKE&quot;,&quot;strokeStyle&quot;:&quot;rgba(0,0,0,1)&quot;,&quot;lineWidth&quot;:0.6206605649012644,&quot;lineJoin&quot;:&quot;round&quot;}],&quot;isLocked&quot;:false,&quot;parent&quot;:{&quot;type&quot;:&quot;CHILD&quot;,&quot;parentId&quot;:&quot;db3d186c-66d8-4593-972a-a2b7e4fbb26a&quot;,&quot;order&quot;:&quot;9999999772&quot;}},&quot;5d4d7f99-bf9d-4ea8-a96a-df191784b01c&quot;:{&quot;type&quot;:&quot;FIGURE_OBJECT&quot;,&quot;id&quot;:&quot;5d4d7f99-bf9d-4ea8-a96a-df191784b01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6.6024042998444274,&quot;color&quot;:&quot;rgb(0,0,0)&quot;,&quot;fontWeight&quot;:&quot;normal&quot;,&quot;fontStyle&quot;:&quot;normal&quot;,&quot;decoration&quot;:&quot;none&quot;,&quot;script&quot;:&quot;none&quot;},&quot;range&quot;:[0,0]}],&quot;text&quot;:&quot;2&quot;,&quot;baseStyle&quot;:{&quot;fontFamily&quot;:&quot;Roboto&quot;,&quot;fontSize&quot;:6.6024042998444274,&quot;color&quot;:&quot;rgb(0,0,0)&quot;,&quot;fontWeight&quot;:&quot;bold&quot;,&quot;fontStyle&quot;:&quot;normal&quot;,&quot;decoration&quot;:&quot;none&quot;,&quot;script&quot;:&quot;none&quot;}}],&quot;verticalAlign&quot;:&quot;TOP&quot;},&quot;size&quot;:{&quot;x&quot;:7.64653815958358,&quot;y&quot;:7.840355106065257},&quot;targetSize&quot;:{&quot;x&quot;:7.64653815958358,&quot;y&quot;:2},&quot;format&quot;:&quot;BETTER_TEXT&quot;,&quot;verticalAlign&quot;:&quot;TOP&quot;},&quot;parent&quot;:{&quot;type&quot;:&quot;CHILD&quot;,&quot;parentId&quot;:&quot;0d79e12d-fe01-44a7-81be-fca658d391c2&quot;,&quot;order&quot;:&quot;5&quot;}},&quot;4ff1708a-0890-4894-8db1-1967b6d7a3a2&quot;:{&quot;type&quot;:&quot;FIGURE_OBJECT&quot;,&quot;id&quot;:&quot;4ff1708a-0890-4894-8db1-1967b6d7a3a2&quot;,&quot;relativeTransform&quot;:{&quot;translate&quot;:{&quot;x&quot;:-0.4368235598556871,&quot;y&quot;:-90.8970906283132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6.6024042998444274,&quot;color&quot;:&quot;#232323&quot;,&quot;fontWeight&quot;:&quot;normal&quot;,&quot;fontStyle&quot;:&quot;normal&quot;,&quot;decoration&quot;:&quot;none&quot;,&quot;script&quot;:&quot;none&quot;},&quot;range&quot;:[0,33]}],&quot;text&quot;:&quot;Sample containing analyte is added&quot;,&quot;baseStyle&quot;:{&quot;fontFamily&quot;:&quot;Roboto&quot;,&quot;fontSize&quot;:6.6024042998444274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05.54345174713215,&quot;y&quot;:7.840355106065257},&quot;targetSize&quot;:{&quot;x&quot;:105.54345174713215,&quot;y&quot;:7.840355106065257},&quot;format&quot;:&quot;BETTER_TEXT&quot;,&quot;verticalAlign&quot;:&quot;TOP&quot;},&quot;isLocked&quot;:false,&quot;parent&quot;:{&quot;type&quot;:&quot;CHILD&quot;,&quot;parentId&quot;:&quot;db3d186c-66d8-4593-972a-a2b7e4fbb26a&quot;,&quot;order&quot;:&quot;9999999771&quot;}},&quot;bddab011-e2bc-431e-90d2-173f99ae5e6b&quot;:{&quot;id&quot;:&quot;bddab011-e2bc-431e-90d2-173f99ae5e6b&quot;,&quot;type&quot;:&quot;FIGURE_OBJECT&quot;,&quot;relativeTransform&quot;:{&quot;translate&quot;:{&quot;x&quot;:0.4641794944550725,&quot;y&quot;:-114.15750997542037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75500895800922,&quot;color&quot;:&quot;black&quot;,&quot;fontWeight&quot;:&quot;bold&quot;,&quot;fontStyle&quot;:&quot;normal&quot;,&quot;decoration&quot;:&quot;none&quot;},&quot;range&quot;:[0,23]}],&quot;text&quot;:&quot;Cytokine Multiplex Assay&quot;}],&quot;_lastCaretLocation&quot;:{&quot;lineIndex&quot;:0,&quot;runIndex&quot;:-1,&quot;charIndex&quot;:-1,&quot;endOfLine&quot;:true}},&quot;format&quot;:&quot;BETTER_TEXT&quot;,&quot;size&quot;:{&quot;x&quot;:178.6404518499356,&quot;y&quot;:17.767021557193374},&quot;targetSize&quot;:{&quot;x&quot;:178.6404518499356,&quot;y&quot;:17.767021557193374}},&quot;parent&quot;:{&quot;type&quot;:&quot;CHILD&quot;,&quot;parentId&quot;:&quot;db3d186c-66d8-4593-972a-a2b7e4fbb26a&quot;,&quot;order&quot;:&quot;8&quot;}},&quot;15396e3f-1d62-4daa-97cb-59aa8a130104&quot;:{&quot;id&quot;:&quot;15396e3f-1d62-4daa-97cb-59aa8a130104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784451d6-e863-47b3-a767-f6e0184f98b8&quot;,&quot;type&quot;:&quot;FRAME&quot;,&quot;order&quot;:&quot;5&quot;}},&quot;57875105-f264-4eee-8889-8917bda7bde6&quot;:{&quot;id&quot;:&quot;57875105-f264-4eee-8889-8917bda7bde6&quot;,&quot;type&quot;:&quot;FIGURE_OBJECT&quot;,&quot;document&quot;:{&quot;type&quot;:&quot;DOCUMENT_GROUP&quot;,&quot;canvasType&quot;:&quot;SLIDE&quot;,&quot;units&quot;:&quot;in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c79ad4563a16adf5eb2b4"/>
  <p:tag name="FIGURESLIDEID" val="784451d6-e863-47b3-a767-f6e0184f98b8"/>
  <p:tag name="SELECTIONIDS" val="db3d186c-66d8-4593-972a-a2b7e4fbb26a"/>
  <p:tag name="TRANSPARENTBACKGROUND" val="true"/>
  <p:tag name="VERSION" val="1780252869800"/>
  <p:tag name="TITLE" val="Porposa 16s"/>
  <p:tag name="CREATORNAME" val="Gugulethu Mzobe"/>
  <p:tag name="DATEINSERTED" val="1780252870357"/>
  <p:tag name="DPI" val="300"/>
  <p:tag name="BIOJSON" val="{&quot;id&quot;:&quot;57875105-f264-4eee-8889-8917bda7bde6&quot;,&quot;objects&quot;:{&quot;db3d186c-66d8-4593-972a-a2b7e4fbb26a&quot;:{&quot;id&quot;:&quot;db3d186c-66d8-4593-972a-a2b7e4fbb26a&quot;,&quot;type&quot;:&quot;FIGURE_OBJECT&quot;,&quot;parent&quot;:{&quot;type&quot;:&quot;CHILD&quot;,&quot;parentId&quot;:&quot;784451d6-e863-47b3-a767-f6e0184f98b8&quot;,&quot;order&quot;:&quot;5&quot;},&quot;layout&quot;:{&quot;sizeRatio&quot;:{&quot;x&quot;:0.88,&quot;y&quot;:0.88},&quot;keepAspectRatio&quot;:false},&quot;assetId&quot;:&quot;67a670e7d29a38de068e5adf&quot;,&quot;relativeTransform&quot;:{&quot;translate&quot;:{&quot;x&quot;:-230.7230922706489,&quot;y&quot;:-135.76833113626193},&quot;rotate&quot;:0,&quot;skewX&quot;:0,&quot;scale&quot;:{&quot;x&quot;:1,&quot;y&quot;:1}}},&quot;bddab011-e2bc-431e-90d2-173f99ae5e6b&quot;:{&quot;id&quot;:&quot;bddab011-e2bc-431e-90d2-173f99ae5e6b&quot;,&quot;type&quot;:&quot;FIGURE_OBJECT&quot;,&quot;relativeTransform&quot;:{&quot;translate&quot;:{&quot;x&quot;:0.4641794944550725,&quot;y&quot;:-114.15750997542037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75500895800922,&quot;color&quot;:&quot;black&quot;,&quot;fontWeight&quot;:&quot;bold&quot;,&quot;fontStyle&quot;:&quot;normal&quot;,&quot;decoration&quot;:&quot;none&quot;},&quot;range&quot;:[0,23]}],&quot;text&quot;:&quot;Cytokine Multiplex Assay&quot;}],&quot;_lastCaretLocation&quot;:{&quot;lineIndex&quot;:0,&quot;runIndex&quot;:-1,&quot;charIndex&quot;:-1,&quot;endOfLine&quot;:true}},&quot;format&quot;:&quot;BETTER_TEXT&quot;,&quot;size&quot;:{&quot;x&quot;:178.6404518499356,&quot;y&quot;:17.767021557193374},&quot;targetSize&quot;:{&quot;x&quot;:178.6404518499356,&quot;y&quot;:17.767021557193374}},&quot;parent&quot;:{&quot;type&quot;:&quot;CHILD&quot;,&quot;parentId&quot;:&quot;db3d186c-66d8-4593-972a-a2b7e4fbb26a&quot;,&quot;order&quot;:&quot;8&quot;}},&quot;4ff1708a-0890-4894-8db1-1967b6d7a3a2&quot;:{&quot;type&quot;:&quot;FIGURE_OBJECT&quot;,&quot;id&quot;:&quot;4ff1708a-0890-4894-8db1-1967b6d7a3a2&quot;,&quot;relativeTransform&quot;:{&quot;translate&quot;:{&quot;x&quot;:-0.4368235598556871,&quot;y&quot;:-90.8970906283132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6.6024042998444274,&quot;color&quot;:&quot;#232323&quot;,&quot;fontWeight&quot;:&quot;normal&quot;,&quot;fontStyle&quot;:&quot;normal&quot;,&quot;decoration&quot;:&quot;none&quot;,&quot;script&quot;:&quot;none&quot;},&quot;range&quot;:[0,33]}],&quot;text&quot;:&quot;Sample containing analyte is added&quot;,&quot;baseStyle&quot;:{&quot;fontFamily&quot;:&quot;Roboto&quot;,&quot;fontSize&quot;:6.6024042998444274,&quot;color&quot;:&quot;#232323&quot;,&quot;fontWeight&quot;:&quot;normal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05.54345174713215,&quot;y&quot;:7.840355106065257},&quot;targetSize&quot;:{&quot;x&quot;:105.54345174713215,&quot;y&quot;:7.840355106065257},&quot;format&quot;:&quot;BETTER_TEXT&quot;,&quot;verticalAlign&quot;:&quot;TOP&quot;},&quot;isLocked&quot;:false,&quot;parent&quot;:{&quot;type&quot;:&quot;CHILD&quot;,&quot;parentId&quot;:&quot;db3d186c-66d8-4593-972a-a2b7e4fbb26a&quot;,&quot;order&quot;:&quot;9999999771&quot;}},&quot;0d79e12d-fe01-44a7-81be-fca658d391c2&quot;:{&quot;type&quot;:&quot;FIGURE_OBJECT&quot;,&quot;id&quot;:&quot;0d79e12d-fe01-44a7-81be-fca658d391c2&quot;,&quot;relativeTransform&quot;:{&quot;translate&quot;:{&quot;x&quot;:-60.393761024175326,&quot;y&quot;:-90.36252096199064},&quot;rotate&quot;:0},&quot;layout&quot;:{&quot;sizeRatio&quot;:{&quot;x&quot;:0.88,&quot;y&quot;:0.88},&quot;keepAspectRatio&quot;:true},&quot;opacity&quot;:1,&quot;path&quot;:{&quot;type&quot;:&quot;ELLIPSE&quot;,&quot;size&quot;:{&quot;x&quot;:8.90949443871052,&quot;y&quot;:8.90949443871052}},&quot;pathStyles&quot;:[{&quot;type&quot;:&quot;FILL&quot;,&quot;fillStyle&quot;:&quot;rgba(255,255,255,1)&quot;},{&quot;type&quot;:&quot;STROKE&quot;,&quot;strokeStyle&quot;:&quot;rgba(0,0,0,1)&quot;,&quot;lineWidth&quot;:0.6206605649012644,&quot;lineJoin&quot;:&quot;round&quot;}],&quot;isLocked&quot;:false,&quot;parent&quot;:{&quot;type&quot;:&quot;CHILD&quot;,&quot;parentId&quot;:&quot;db3d186c-66d8-4593-972a-a2b7e4fbb26a&quot;,&quot;order&quot;:&quot;9999999772&quot;}},&quot;5d4d7f99-bf9d-4ea8-a96a-df191784b01c&quot;:{&quot;type&quot;:&quot;FIGURE_OBJECT&quot;,&quot;id&quot;:&quot;5d4d7f99-bf9d-4ea8-a96a-df191784b01c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6.6024042998444274,&quot;color&quot;:&quot;rgb(0,0,0)&quot;,&quot;fontWeight&quot;:&quot;normal&quot;,&quot;fontStyle&quot;:&quot;normal&quot;,&quot;decoration&quot;:&quot;none&quot;,&quot;script&quot;:&quot;none&quot;},&quot;range&quot;:[0,0]}],&quot;text&quot;:&quot;2&quot;,&quot;baseStyle&quot;:{&quot;fontFamily&quot;:&quot;Roboto&quot;,&quot;fontSize&quot;:6.6024042998444274,&quot;color&quot;:&quot;rgb(0,0,0)&quot;,&quot;fontWeight&quot;:&quot;bold&quot;,&quot;fontStyle&quot;:&quot;normal&quot;,&quot;decoration&quot;:&quot;none&quot;,&quot;script&quot;:&quot;none&quot;}}],&quot;verticalAlign&quot;:&quot;TOP&quot;},&quot;size&quot;:{&quot;x&quot;:7.64653815958358,&quot;y&quot;:7.840355106065257},&quot;targetSize&quot;:{&quot;x&quot;:7.64653815958358,&quot;y&quot;:2},&quot;format&quot;:&quot;BETTER_TEXT&quot;,&quot;verticalAlign&quot;:&quot;TOP&quot;},&quot;parent&quot;:{&quot;type&quot;:&quot;CHILD&quot;,&quot;parentId&quot;:&quot;0d79e12d-fe01-44a7-81be-fca658d391c2&quot;,&quot;order&quot;:&quot;5&quot;}},&quot;38bffb5a-f489-457f-ae25-18e8d3b6025b&quot;:{&quot;type&quot;:&quot;FIGURE_OBJECT&quot;,&quot;id&quot;:&quot;38bffb5a-f489-457f-ae25-18e8d3b6025b&quot;,&quot;relativeTransform&quot;:{&quot;translate&quot;:{&quot;x&quot;:162.1518302316071,&quot;y&quot;:-87.1667321989011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6.6024042998444274,&quot;color&quot;:&quot;#232323&quot;,&quot;fontWeight&quot;:&quot;normal&quot;,&quot;fontStyle&quot;:&quot;normal&quot;,&quot;decoration&quot;:&quot;none&quot;,&quot;script&quot;:&quot;none&quot;},&quot;range&quot;:[0,72]}],&quot;text&quot;:&quot;Biotinylated detection antibodies that recognize bound analytes are added&quot;}],&quot;verticalAlign&quot;:&quot;TOP&quot;,&quot;_lastCaretLocation&quot;:{&quot;lineIndex&quot;:0,&quot;runIndex&quot;:0,&quot;charIndex&quot;:38}},&quot;size&quot;:{&quot;x&quot;:111.51147436878274,&quot;y&quot;:15.301071964889458},&quot;targetSize&quot;:{&quot;x&quot;:111.51147436878274,&quot;y&quot;:15.301071964889458},&quot;format&quot;:&quot;BETTER_TEXT&quot;,&quot;verticalAlign&quot;:&quot;TOP&quot;},&quot;isLocked&quot;:false,&quot;parent&quot;:{&quot;type&quot;:&quot;CHILD&quot;,&quot;parentId&quot;:&quot;db3d186c-66d8-4593-972a-a2b7e4fbb26a&quot;,&quot;order&quot;:&quot;9999999701&quot;}},&quot;91d95bc1-a350-448b-b43b-ab1be31507d7&quot;:{&quot;type&quot;:&quot;FIGURE_OBJECT&quot;,&quot;id&quot;:&quot;91d95bc1-a350-448b-b43b-ab1be31507d7&quot;,&quot;relativeTransform&quot;:{&quot;translate&quot;:{&quot;x&quot;:99.57474915791805,&quot;y&quot;:-90.36252096199064},&quot;rotate&quot;:0},&quot;layout&quot;:{&quot;sizeRatio&quot;:{&quot;x&quot;:0.88,&quot;y&quot;:0.88},&quot;keepAspectRatio&quot;:true},&quot;opacity&quot;:1,&quot;path&quot;:{&quot;type&quot;:&quot;ELLIPSE&quot;,&quot;size&quot;:{&quot;x&quot;:8.909494438710524,&quot;y&quot;:8.90949443871052}},&quot;pathStyles&quot;:[{&quot;type&quot;:&quot;FILL&quot;,&quot;fillStyle&quot;:&quot;rgba(255,255,255,1)&quot;},{&quot;type&quot;:&quot;STROKE&quot;,&quot;strokeStyle&quot;:&quot;rgba(0,0,0,1)&quot;,&quot;lineWidth&quot;:0.6058013213337143,&quot;lineJoin&quot;:&quot;round&quot;}],&quot;isLocked&quot;:false,&quot;parent&quot;:{&quot;type&quot;:&quot;CHILD&quot;,&quot;parentId&quot;:&quot;db3d186c-66d8-4593-972a-a2b7e4fbb26a&quot;,&quot;order&quot;:&quot;9999999702&quot;}},&quot;5fee9aee-82cd-4c5a-b215-5d9932553d26&quot;:{&quot;type&quot;:&quot;FIGURE_OBJECT&quot;,&quot;id&quot;:&quot;5fee9aee-82cd-4c5a-b215-5d9932553d2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6.6024042998444274,&quot;color&quot;:&quot;rgb(0,0,0)&quot;,&quot;fontWeight&quot;:&quot;normal&quot;,&quot;fontStyle&quot;:&quot;normal&quot;,&quot;decoration&quot;:&quot;none&quot;,&quot;script&quot;:&quot;none&quot;},&quot;range&quot;:[0,0]}],&quot;text&quot;:&quot;3&quot;,&quot;baseStyle&quot;:{&quot;fontFamily&quot;:&quot;Roboto&quot;,&quot;fontSize&quot;:6.6024042998444274,&quot;color&quot;:&quot;rgb(0,0,0)&quot;,&quot;fontWeight&quot;:&quot;bold&quot;,&quot;fontStyle&quot;:&quot;normal&quot;,&quot;decoration&quot;:&quot;none&quot;,&quot;script&quot;:&quot;none&quot;}}],&quot;verticalAlign&quot;:&quot;TOP&quot;},&quot;size&quot;:{&quot;x&quot;:7.4634722788313645,&quot;y&quot;:7.840355106065257},&quot;targetSize&quot;:{&quot;x&quot;:7.4634722788313645,&quot;y&quot;:2},&quot;format&quot;:&quot;BETTER_TEXT&quot;,&quot;verticalAlign&quot;:&quot;TOP&quot;},&quot;parent&quot;:{&quot;type&quot;:&quot;CHILD&quot;,&quot;parentId&quot;:&quot;91d95bc1-a350-448b-b43b-ab1be31507d7&quot;,&quot;order&quot;:&quot;5&quot;}},&quot;f57fe085-b39e-47ee-94d4-b3d446ab5c75&quot;:{&quot;type&quot;:&quot;FIGURE_OBJECT&quot;,&quot;id&quot;:&quot;f57fe085-b39e-47ee-94d4-b3d446ab5c75&quot;,&quot;relativeTransform&quot;:{&quot;translate&quot;:{&quot;x&quot;:-152.09575900031786,&quot;y&quot;:-87.1667321989011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6.6024042998444274,&quot;color&quot;:&quot;#232323&quot;,&quot;fontWeight&quot;:&quot;normal&quot;,&quot;fontStyle&quot;:&quot;normal&quot;,&quot;decoration&quot;:&quot;none&quot;,&quot;script&quot;:&quot;none&quot;},&quot;range&quot;:[0,73]}],&quot;text&quot;:&quot;Pre-mixed antibody-bead populations added to wells (32- or 96-well plates)&quot;}],&quot;verticalAlign&quot;:&quot;TOP&quot;,&quot;_lastCaretLocation&quot;:{&quot;lineIndex&quot;:0,&quot;runIndex&quot;:0,&quot;charIndex&quot;:19}},&quot;size&quot;:{&quot;x&quot;:114.77290646853673,&quot;y&quot;:15.301071964889458},&quot;targetSize&quot;:{&quot;x&quot;:114.77290646853673,&quot;y&quot;:15.301071964889458},&quot;format&quot;:&quot;BETTER_TEXT&quot;,&quot;verticalAlign&quot;:&quot;TOP&quot;},&quot;isLocked&quot;:false,&quot;parent&quot;:{&quot;type&quot;:&quot;CHILD&quot;,&quot;parentId&quot;:&quot;db3d186c-66d8-4593-972a-a2b7e4fbb26a&quot;,&quot;order&quot;:&quot;9999999872&quot;}},&quot;1c3047f5-20be-4c30-bc68-235954d37a93&quot;:{&quot;type&quot;:&quot;FIGURE_OBJECT&quot;,&quot;id&quot;:&quot;1c3047f5-20be-4c30-bc68-235954d37a93&quot;,&quot;relativeTransform&quot;:{&quot;translate&quot;:{&quot;x&quot;:-216.86099597923567,&quot;y&quot;:-90.36252096199064},&quot;rotate&quot;:0},&quot;layout&quot;:{&quot;sizeRatio&quot;:{&quot;x&quot;:0.88,&quot;y&quot;:0.88},&quot;keepAspectRatio&quot;:true},&quot;opacity&quot;:1,&quot;path&quot;:{&quot;type&quot;:&quot;ELLIPSE&quot;,&quot;size&quot;:{&quot;x&quot;:8.90949443871052,&quot;y&quot;:8.90949443871052}},&quot;pathStyles&quot;:[{&quot;type&quot;:&quot;FILL&quot;,&quot;fillStyle&quot;:&quot;rgba(255,255,255,1)&quot;},{&quot;type&quot;:&quot;STROKE&quot;,&quot;strokeStyle&quot;:&quot;rgba(0,0,0,1)&quot;,&quot;lineWidth&quot;:0.6194864056502475,&quot;lineJoin&quot;:&quot;round&quot;}],&quot;isLocked&quot;:false,&quot;parent&quot;:{&quot;type&quot;:&quot;CHILD&quot;,&quot;parentId&quot;:&quot;db3d186c-66d8-4593-972a-a2b7e4fbb26a&quot;,&quot;order&quot;:&quot;9999999875&quot;}},&quot;91ff81a1-408f-4dff-8f27-2a6306ce6860&quot;:{&quot;type&quot;:&quot;FIGURE_OBJECT&quot;,&quot;id&quot;:&quot;91ff81a1-408f-4dff-8f27-2a6306ce686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6.6024042998444274,&quot;color&quot;:&quot;rgb(0,0,0)&quot;,&quot;fontWeight&quot;:&quot;normal&quot;,&quot;fontStyle&quot;:&quot;normal&quot;,&quot;decoration&quot;:&quot;none&quot;,&quot;script&quot;:&quot;none&quot;},&quot;range&quot;:[0,0]}],&quot;text&quot;:&quot;1&quot;,&quot;baseStyle&quot;:{&quot;fontFamily&quot;:&quot;Roboto&quot;,&quot;fontSize&quot;:6.6024042998444274,&quot;color&quot;:&quot;rgb(0,0,0)&quot;,&quot;fontWeight&quot;:&quot;bold&quot;,&quot;fontStyle&quot;:&quot;normal&quot;,&quot;decoration&quot;:&quot;none&quot;,&quot;script&quot;:&quot;none&quot;}}],&quot;verticalAlign&quot;:&quot;TOP&quot;},&quot;size&quot;:{&quot;x&quot;:7.632072517611051,&quot;y&quot;:7.840355106065257},&quot;targetSize&quot;:{&quot;x&quot;:7.632072517611051,&quot;y&quot;:2},&quot;format&quot;:&quot;BETTER_TEXT&quot;,&quot;verticalAlign&quot;:&quot;TOP&quot;},&quot;parent&quot;:{&quot;type&quot;:&quot;CHILD&quot;,&quot;parentId&quot;:&quot;1c3047f5-20be-4c30-bc68-235954d37a93&quot;,&quot;order&quot;:&quot;5&quot;}},&quot;024db825-1b94-4f7e-b33f-d980a0615a32&quot;:{&quot;type&quot;:&quot;FIGURE_OBJECT&quot;,&quot;id&quot;:&quot;024db825-1b94-4f7e-b33f-d980a0615a32&quot;,&quot;name&quot;:&quot;Well plate (side view, 2)&quot;,&quot;relativeTransform&quot;:{&quot;translate&quot;:{&quot;x&quot;:-173.23723955671653,&quot;y&quot;:-30.894066938563093},&quot;rotate&quot;:0,&quot;skewX&quot;:0,&quot;scale&quot;:{&quot;x&quot;:0.18718524952297586,&quot;y&quot;:0.18697498225853693}},&quot;opacity&quot;:1,&quot;image&quot;:{&quot;url&quot;:&quot;https://icons.biorender.com/biorender/5bcdd217c7977a120007fadf/well-plate-side-view-2.png&quot;,&quot;fallbackUrl&quot;:&quot;https://res.cloudinary.com/dlcjuc3ej/image/upload/v1540215315/ugmkp7kbungwbcqilk9i.svg#/keystone/api/icons/5bcdd217c7977a120007fadf/well-plate-side-view-2.svg&quot;,&quot;size&quot;:{&quot;x&quot;:305,&quot;y&quot;:221},&quot;isPremium&quot;:false},&quot;source&quot;:{&quot;id&quot;:&quot;5bcdd1e3c7977a120007fad1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876&quot;}},&quot;c22b9c2b-29ba-4e7a-9d4f-c35c5ca835a3&quot;:{&quot;type&quot;:&quot;FIGURE_OBJECT&quot;,&quot;id&quot;:&quot;c22b9c2b-29ba-4e7a-9d4f-c35c5ca835a3&quot;,&quot;relativeTransform&quot;:{&quot;translate&quot;:{&quot;x&quot;:-139.47693855041118,&quot;y&quot;:-21.095182694103787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3]}],&quot;text&quot;:&quot;Bead&quot;}],&quot;verticalAlign&quot;:&quot;TOP&quot;,&quot;_lastCaretLocation&quot;:{&quot;lineIndex&quot;:0,&quot;runIndex&quot;:-1,&quot;charIndex&quot;:-1,&quot;endOfLine&quot;:true}},&quot;size&quot;:{&quot;x&quot;:12.43280200560762,&quot;y&quot;:6.189754031104151},&quot;targetSize&quot;:{&quot;x&quot;:12.43280200560762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9988&quot;}},&quot;9996242f-76e4-40db-9ffb-71cb4b608fd1&quot;:{&quot;type&quot;:&quot;FIGURE_OBJECT&quot;,&quot;id&quot;:&quot;9996242f-76e4-40db-9ffb-71cb4b608fd1&quot;,&quot;name&quot;:&quot;Sphere&quot;,&quot;relativeTransform&quot;:{&quot;translate&quot;:{&quot;x&quot;:-139.73844158931803,&quot;y&quot;:-33.16713230504424},&quot;rotate&quot;:0,&quot;skewX&quot;:0,&quot;scale&quot;:{&quot;x&quot;:0.10792207812043891,&quot;y&quot;:0.10792207812043891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&quot;}},&quot;97ebc63a-2e7c-449a-a4cc-a4aa5c27ba38&quot;:{&quot;type&quot;:&quot;FIGURE_OBJECT&quot;,&quot;id&quot;:&quot;97ebc63a-2e7c-449a-a4cc-a4aa5c27ba38&quot;,&quot;name&quot;:&quot;Well plate (side view, 2)&quot;,&quot;relativeTransform&quot;:{&quot;translate&quot;:{&quot;x&quot;:-21.27749727150403,&quot;y&quot;:-30.745188053591175},&quot;rotate&quot;:0,&quot;skewX&quot;:0,&quot;scale&quot;:{&quot;x&quot;:0.18718524952297586,&quot;y&quot;:0.18697498225853693}},&quot;opacity&quot;:1,&quot;image&quot;:{&quot;url&quot;:&quot;https://icons.biorender.com/biorender/5bcdd217c7977a120007fadf/well-plate-side-view-2.png&quot;,&quot;fallbackUrl&quot;:&quot;https://res.cloudinary.com/dlcjuc3ej/image/upload/v1540215315/ugmkp7kbungwbcqilk9i.svg#/keystone/api/icons/5bcdd217c7977a120007fadf/well-plate-side-view-2.svg&quot;,&quot;size&quot;:{&quot;x&quot;:305,&quot;y&quot;:221},&quot;isPremium&quot;:false},&quot;source&quot;:{&quot;id&quot;:&quot;5bcdd1e3c7977a120007fad1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99971&quot;}},&quot;94f66491-60af-4ddb-9887-341f6f675440&quot;:{&quot;type&quot;:&quot;FIGURE_OBJECT&quot;,&quot;id&quot;:&quot;94f66491-60af-4ddb-9887-341f6f675440&quot;,&quot;relativeTransform&quot;:{&quot;translate&quot;:{&quot;x&quot;:-26.508466402512113,&quot;y&quot;:-57.474332188563956},&quot;rotate&quot;:0},&quot;opacity&quot;:1,&quot;path&quot;:{&quot;type&quot;:&quot;POLY_LINE&quot;,&quot;points&quot;:[{&quot;x&quot;:-4.703604241731395,&quot;y&quot;:-6.582385038812196},{&quot;x&quot;:2.7654399191781485,&quot;y&quot;:-1.9166725708653176},{&quot;x&quot;:4.956373321723498,&quot;y&quot;:8.18873275647824}],&quot;closed&quot;:false},&quot;pathStyles&quot;:[{&quot;type&quot;:&quot;FILL&quot;,&quot;fillStyle&quot;:&quot;transparent&quot;},{&quot;type&quot;:&quot;STROKE&quot;,&quot;strokeStyle&quot;:{&quot;units&quot;:&quot;PATH_LENGTH&quot;,&quot;stops&quot;:{&quot;0&quot;:&quot;#23232300&quot;,&quot;1&quot;:&quot;#232323&quot;}},&quot;lineWidth&quot;:0.61897540311041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b3d186c-66d8-4593-972a-a2b7e4fbb26a&quot;,&quot;order&quot;:&quot;99999999999973&quot;},&quot;connectorInfo&quot;:{&quot;connectedObjects&quot;:[],&quot;type&quot;:&quot;QUADRATIC&quot;,&quot;offset&quot;:{&quot;x&quot;:0,&quot;y&quot;:0},&quot;bending&quot;:-0.1,&quot;firstElementIsHead&quot;:true,&quot;customized&quot;:true}},&quot;05b0b318-b1a3-4474-ac05-b82b1b10a463&quot;:{&quot;type&quot;:&quot;FIGURE_OBJECT&quot;,&quot;id&quot;:&quot;05b0b318-b1a3-4474-ac05-b82b1b10a463&quot;,&quot;relativeTransform&quot;:{&quot;translate&quot;:{&quot;x&quot;:2.794163168332607,&quot;y&quot;:-30.909318766620185},&quot;rotate&quot;:0},&quot;opacity&quot;:1,&quot;path&quot;:{&quot;type&quot;:&quot;POLY_LINE&quot;,&quot;points&quot;:[{&quot;x&quot;:-10.172262939620852,&quot;y&quot;:0.2928086403791124},{&quot;x&quot;:-10.172262939620852,&quot;y&quot;:-2.049660482653925},{&quot;x&quot;:8.217964113880111,&quot;y&quot;:-9.466919066455334},{&quot;x&quot;:10.172262939620838,&quot;y&quot;:5.314034061756236}],&quot;closed&quot;:true},&quot;pathStyles&quot;:[{&quot;type&quot;:&quot;FILL&quot;,&quot;fillStyle&quot;:&quot;rgba(14,51,97,0.33)&quot;},{&quot;type&quot;:&quot;STROKE&quot;,&quot;strokeStyle&quot;:&quot;#95AAD3&quot;,&quot;lineWidth&quot;:0,&quot;lineJoin&quot;:&quot;round&quot;}],&quot;isLocked&quot;:false,&quot;parent&quot;:{&quot;type&quot;:&quot;CHILD&quot;,&quot;parentId&quot;:&quot;db3d186c-66d8-4593-972a-a2b7e4fbb26a&quot;,&quot;order&quot;:&quot;99999999999975&quot;},&quot;connectorInfo&quot;:{&quot;connectedObjects&quot;:[],&quot;type&quot;:&quot;ELBOW&quot;,&quot;offset&quot;:{&quot;x&quot;:0,&quot;y&quot;:0},&quot;bending&quot;:-0.1,&quot;firstElementIsHead&quot;:true,&quot;customized&quot;:true}},&quot;2458be8c-6344-4b19-a1cb-3f4e03448759&quot;:{&quot;type&quot;:&quot;FIGURE_OBJECT&quot;,&quot;id&quot;:&quot;2458be8c-6344-4b19-a1cb-3f4e03448759&quot;,&quot;name&quot;:&quot;Sphere&quot;,&quot;relativeTransform&quot;:{&quot;translate&quot;:{&quot;x&quot;:12.295009327419416,&quot;y&quot;:-33.16713230504424},&quot;rotate&quot;:0,&quot;skewX&quot;:0,&quot;scale&quot;:{&quot;x&quot;:0.10792207812043891,&quot;y&quot;:0.10792207812043891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99977&quot;}},&quot;bafd0487-6bf2-4cf2-b1f8-de17b3b4741a&quot;:{&quot;type&quot;:&quot;FIGURE_OBJECT&quot;,&quot;id&quot;:&quot;bafd0487-6bf2-4cf2-b1f8-de17b3b4741a&quot;,&quot;name&quot;:&quot;Well plate (side view, 2)&quot;,&quot;relativeTransform&quot;:{&quot;translate&quot;:{&quot;x&quot;:135.78052498969942,&quot;y&quot;:-30.745188053591168},&quot;rotate&quot;:0,&quot;skewX&quot;:0,&quot;scale&quot;:{&quot;x&quot;:0.18718524952297586,&quot;y&quot;:0.18697498225853693}},&quot;opacity&quot;:1,&quot;image&quot;:{&quot;url&quot;:&quot;https://icons.biorender.com/biorender/5bcdd217c7977a120007fadf/well-plate-side-view-2.png&quot;,&quot;fallbackUrl&quot;:&quot;https://res.cloudinary.com/dlcjuc3ej/image/upload/v1540215315/ugmkp7kbungwbcqilk9i.svg#/keystone/api/icons/5bcdd217c7977a120007fadf/well-plate-side-view-2.svg&quot;,&quot;size&quot;:{&quot;x&quot;:305,&quot;y&quot;:221},&quot;isPremium&quot;:false},&quot;source&quot;:{&quot;id&quot;:&quot;5bcdd1e3c7977a120007fad1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704&quot;}},&quot;26e45843-e3f7-4565-aa0d-e02d7c940c59&quot;:{&quot;type&quot;:&quot;FIGURE_OBJECT&quot;,&quot;id&quot;:&quot;26e45843-e3f7-4565-aa0d-e02d7c940c59&quot;,&quot;relativeTransform&quot;:{&quot;translate&quot;:{&quot;x&quot;:130.54959306924067,&quot;y&quot;:-58.07143712743113},&quot;rotate&quot;:0},&quot;opacity&quot;:1,&quot;path&quot;:{&quot;type&quot;:&quot;POLY_LINE&quot;,&quot;points&quot;:[{&quot;x&quot;:-4.703604241731395,&quot;y&quot;:-6.582385038812196},{&quot;x&quot;:2.7654399191781485,&quot;y&quot;:-1.9166725708653176},{&quot;x&quot;:4.956373321723498,&quot;y&quot;:8.18873275647824}],&quot;closed&quot;:false},&quot;pathStyles&quot;:[{&quot;type&quot;:&quot;FILL&quot;,&quot;fillStyle&quot;:&quot;transparent&quot;},{&quot;type&quot;:&quot;STROKE&quot;,&quot;strokeStyle&quot;:{&quot;units&quot;:&quot;PATH_LENGTH&quot;,&quot;stops&quot;:{&quot;0&quot;:&quot;#23232300&quot;,&quot;1&quot;:&quot;#232323&quot;}},&quot;lineWidth&quot;:0.61897540311041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b3d186c-66d8-4593-972a-a2b7e4fbb26a&quot;,&quot;order&quot;:&quot;9999999706&quot;},&quot;connectorInfo&quot;:{&quot;connectedObjects&quot;:[],&quot;type&quot;:&quot;QUADRATIC&quot;,&quot;offset&quot;:{&quot;x&quot;:0,&quot;y&quot;:0},&quot;bending&quot;:-0.1,&quot;firstElementIsHead&quot;:true,&quot;customized&quot;:true}},&quot;a9ecf7d6-996d-4ed6-9914-7be6491cc968&quot;:{&quot;type&quot;:&quot;FIGURE_OBJECT&quot;,&quot;id&quot;:&quot;a9ecf7d6-996d-4ed6-9914-7be6491cc968&quot;,&quot;relativeTransform&quot;:{&quot;translate&quot;:{&quot;x&quot;:159.85218542953606,&quot;y&quot;:-30.909318766620178},&quot;rotate&quot;:0},&quot;opacity&quot;:1,&quot;path&quot;:{&quot;type&quot;:&quot;POLY_LINE&quot;,&quot;points&quot;:[{&quot;x&quot;:-10.172262939620852,&quot;y&quot;:0.2928086403791124},{&quot;x&quot;:-10.172262939620852,&quot;y&quot;:-2.049660482653925},{&quot;x&quot;:8.217964113880111,&quot;y&quot;:-9.466919066455334},{&quot;x&quot;:10.172262939620838,&quot;y&quot;:5.314034061756236}],&quot;closed&quot;:true},&quot;pathStyles&quot;:[{&quot;type&quot;:&quot;FILL&quot;,&quot;fillStyle&quot;:&quot;rgba(14,51,97,0.33)&quot;},{&quot;type&quot;:&quot;STROKE&quot;,&quot;strokeStyle&quot;:&quot;#95AAD3&quot;,&quot;lineWidth&quot;:0,&quot;lineJoin&quot;:&quot;round&quot;}],&quot;isLocked&quot;:false,&quot;parent&quot;:{&quot;type&quot;:&quot;CHILD&quot;,&quot;parentId&quot;:&quot;db3d186c-66d8-4593-972a-a2b7e4fbb26a&quot;,&quot;order&quot;:&quot;9999999708&quot;},&quot;connectorInfo&quot;:{&quot;connectedObjects&quot;:[],&quot;type&quot;:&quot;ELBOW&quot;,&quot;offset&quot;:{&quot;x&quot;:0,&quot;y&quot;:0},&quot;bending&quot;:-0.1,&quot;firstElementIsHead&quot;:true,&quot;customized&quot;:true}},&quot;b7d9bf87-3a10-459e-b3ef-60262cc93ae9&quot;:{&quot;type&quot;:&quot;FIGURE_OBJECT&quot;,&quot;id&quot;:&quot;b7d9bf87-3a10-459e-b3ef-60262cc93ae9&quot;,&quot;name&quot;:&quot;Sphere&quot;,&quot;relativeTransform&quot;:{&quot;translate&quot;:{&quot;x&quot;:169.35303158862285,&quot;y&quot;:-33.16713230504424},&quot;rotate&quot;:0,&quot;skewX&quot;:0,&quot;scale&quot;:{&quot;x&quot;:0.10792207812043891,&quot;y&quot;:0.10792207812043891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725&quot;}},&quot;8aaf7446-c13b-4493-9be8-f3f00a471ed3&quot;:{&quot;type&quot;:&quot;FIGURE_OBJECT&quot;,&quot;id&quot;:&quot;8aaf7446-c13b-4493-9be8-f3f00a471ed3&quot;,&quot;relativeTransform&quot;:{&quot;translate&quot;:{&quot;x&quot;:-152.32413474159546,&quot;y&quot;:29.9748535931139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6.6024042998444274,&quot;color&quot;:&quot;#232323&quot;,&quot;fontWeight&quot;:&quot;normal&quot;,&quot;fontStyle&quot;:&quot;normal&quot;,&quot;decoration&quot;:&quot;none&quot;,&quot;script&quot;:&quot;none&quot;},&quot;range&quot;:[0,71]}],&quot;text&quot;:&quot;Streptavidin-PE is added and binds to biotinylated detection antibodies &quot;}],&quot;verticalAlign&quot;:&quot;TOP&quot;,&quot;_lastCaretLocation&quot;:{&quot;lineIndex&quot;:0,&quot;runIndex&quot;:0,&quot;charIndex&quot;:19}},&quot;size&quot;:{&quot;x&quot;:115.2293347330225,&quot;y&quot;:15.301071964889458},&quot;targetSize&quot;:{&quot;x&quot;:115.2293347330225,&quot;y&quot;:15.301071964889458},&quot;format&quot;:&quot;BETTER_TEXT&quot;,&quot;verticalAlign&quot;:&quot;TOP&quot;},&quot;isLocked&quot;:false,&quot;parent&quot;:{&quot;type&quot;:&quot;CHILD&quot;,&quot;parentId&quot;:&quot;db3d186c-66d8-4593-972a-a2b7e4fbb26a&quot;,&quot;order&quot;:&quot;99999802&quot;}},&quot;531967cd-7089-4f94-8774-f080069a92e1&quot;:{&quot;type&quot;:&quot;FIGURE_OBJECT&quot;,&quot;id&quot;:&quot;531967cd-7089-4f94-8774-f080069a92e1&quot;,&quot;relativeTransform&quot;:{&quot;translate&quot;:{&quot;x&quot;:-216.76014599740438,&quot;y&quot;:26.7790648300245},&quot;rotate&quot;:0},&quot;layout&quot;:{&quot;sizeRatio&quot;:{&quot;x&quot;:0.88,&quot;y&quot;:0.88},&quot;keepAspectRatio&quot;:true},&quot;opacity&quot;:1,&quot;path&quot;:{&quot;type&quot;:&quot;ELLIPSE&quot;,&quot;size&quot;:{&quot;x&quot;:8.909494438710524,&quot;y&quot;:8.90949443871052}},&quot;pathStyles&quot;:[{&quot;type&quot;:&quot;FILL&quot;,&quot;fillStyle&quot;:&quot;rgba(255,255,255,1)&quot;},{&quot;type&quot;:&quot;STROKE&quot;,&quot;strokeStyle&quot;:&quot;rgba(0,0,0,1)&quot;,&quot;lineWidth&quot;:0.6058013213337143,&quot;lineJoin&quot;:&quot;round&quot;}],&quot;isLocked&quot;:false,&quot;parent&quot;:{&quot;type&quot;:&quot;CHILD&quot;,&quot;parentId&quot;:&quot;db3d186c-66d8-4593-972a-a2b7e4fbb26a&quot;,&quot;order&quot;:&quot;99999805&quot;}},&quot;259c6c8f-c29e-46a7-9c5b-8d28d6ee9b56&quot;:{&quot;type&quot;:&quot;FIGURE_OBJECT&quot;,&quot;id&quot;:&quot;259c6c8f-c29e-46a7-9c5b-8d28d6ee9b5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6.6024042998444274,&quot;color&quot;:&quot;rgb(0,0,0)&quot;,&quot;fontWeight&quot;:&quot;normal&quot;,&quot;fontStyle&quot;:&quot;normal&quot;,&quot;decoration&quot;:&quot;none&quot;,&quot;script&quot;:&quot;none&quot;},&quot;range&quot;:[0,0]}],&quot;text&quot;:&quot;4&quot;}],&quot;verticalAlign&quot;:&quot;TOP&quot;},&quot;size&quot;:{&quot;x&quot;:7.4634722788313645,&quot;y&quot;:7.840355106065257},&quot;targetSize&quot;:{&quot;x&quot;:7.4634722788313645,&quot;y&quot;:2},&quot;format&quot;:&quot;BETTER_TEXT&quot;,&quot;verticalAlign&quot;:&quot;TOP&quot;},&quot;parent&quot;:{&quot;type&quot;:&quot;CHILD&quot;,&quot;parentId&quot;:&quot;531967cd-7089-4f94-8774-f080069a92e1&quot;,&quot;order&quot;:&quot;5&quot;}},&quot;f6cf5a39-c8d2-44da-a379-0f04e1212b82&quot;:{&quot;type&quot;:&quot;FIGURE_OBJECT&quot;,&quot;id&quot;:&quot;f6cf5a39-c8d2-44da-a379-0f04e1212b82&quot;,&quot;name&quot;:&quot;Well plate (side view, 2)&quot;,&quot;relativeTransform&quot;:{&quot;translate&quot;:{&quot;x&quot;:-184.5560888516849,&quot;y&quot;:98.2619030974928},&quot;rotate&quot;:0,&quot;skewX&quot;:0,&quot;scale&quot;:{&quot;x&quot;:0.18718524952297586,&quot;y&quot;:0.18697498225853693}},&quot;opacity&quot;:1,&quot;image&quot;:{&quot;url&quot;:&quot;https://icons.biorender.com/biorender/5bcdd217c7977a120007fadf/well-plate-side-view-2.png&quot;,&quot;fallbackUrl&quot;:&quot;https://res.cloudinary.com/dlcjuc3ej/image/upload/v1540215315/ugmkp7kbungwbcqilk9i.svg#/keystone/api/icons/5bcdd217c7977a120007fadf/well-plate-side-view-2.svg&quot;,&quot;size&quot;:{&quot;x&quot;:305,&quot;y&quot;:221},&quot;isPremium&quot;:false},&quot;source&quot;:{&quot;id&quot;:&quot;5bcdd1e3c7977a120007fad1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83&quot;}},&quot;5b81f13a-136a-4aa7-8a94-20ae2bd0ebaa&quot;:{&quot;type&quot;:&quot;FIGURE_OBJECT&quot;,&quot;id&quot;:&quot;5b81f13a-136a-4aa7-8a94-20ae2bd0ebaa&quot;,&quot;relativeTransform&quot;:{&quot;translate&quot;:{&quot;x&quot;:-189.787057982693,&quot;y&quot;:71.53275896252003},&quot;rotate&quot;:0},&quot;opacity&quot;:1,&quot;path&quot;:{&quot;type&quot;:&quot;POLY_LINE&quot;,&quot;points&quot;:[{&quot;x&quot;:-4.703604241731395,&quot;y&quot;:-6.582385038812196},{&quot;x&quot;:2.7654399191781485,&quot;y&quot;:-1.9166725708653176},{&quot;x&quot;:4.956373321723498,&quot;y&quot;:8.18873275647824}],&quot;closed&quot;:false},&quot;pathStyles&quot;:[{&quot;type&quot;:&quot;FILL&quot;,&quot;fillStyle&quot;:&quot;transparent&quot;},{&quot;type&quot;:&quot;STROKE&quot;,&quot;strokeStyle&quot;:{&quot;units&quot;:&quot;PATH_LENGTH&quot;,&quot;stops&quot;:{&quot;0&quot;:&quot;#23232300&quot;,&quot;1&quot;:&quot;#232323&quot;}},&quot;lineWidth&quot;:0.61897540311041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b3d186c-66d8-4593-972a-a2b7e4fbb26a&quot;,&quot;order&quot;:&quot;9999985&quot;},&quot;connectorInfo&quot;:{&quot;connectedObjects&quot;:[],&quot;type&quot;:&quot;QUADRATIC&quot;,&quot;offset&quot;:{&quot;x&quot;:0,&quot;y&quot;:0},&quot;bending&quot;:-0.1,&quot;firstElementIsHead&quot;:true,&quot;customized&quot;:true}},&quot;5a4a667c-a892-4edb-9b8f-dcba328b0ef0&quot;:{&quot;type&quot;:&quot;FIGURE_OBJECT&quot;,&quot;id&quot;:&quot;5a4a667c-a892-4edb-9b8f-dcba328b0ef0&quot;,&quot;name&quot;:&quot;Sphere&quot;,&quot;relativeTransform&quot;:{&quot;translate&quot;:{&quot;x&quot;:-144.08819607103544,&quot;y&quot;:75.07184592376517},&quot;rotate&quot;:3.1333984247341014,&quot;skewX&quot;:3.872164949311733e-16,&quot;scale&quot;:{&quot;x&quot;:0.0379390257120214,&quot;y&quot;:0.03793902571202126}},&quot;opacity&quot;:1,&quot;image&quot;:{&quot;url&quot;:&quot;https://icons.cdn.biorender.com/biorender/5f4529c2929bce0028c9f871/5b8847989629ce1400901caa.png&quot;,&quot;fallbackUrl&quot;:&quot;sources/icons/5f4529c2929bce0028c9f871/5b8847989629ce1400901caa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88&quot;}},&quot;7d90694b-486e-4071-b92f-b336b7590e26&quot;:{&quot;type&quot;:&quot;FIGURE_OBJECT&quot;,&quot;id&quot;:&quot;7d90694b-486e-4071-b92f-b336b7590e26&quot;,&quot;name&quot;:&quot;Antibody (round style)&quot;,&quot;relativeTransform&quot;:{&quot;translate&quot;:{&quot;x&quot;:-150.70746852146632,&quot;y&quot;:82.62384749852164},&quot;rotate&quot;:-0.008194228855692197,&quot;skewX&quot;:7.888135862378765e-16,&quot;scale&quot;:{&quot;x&quot;:0.06670721878748938,&quot;y&quot;:0.06657512528493997}},&quot;opacity&quot;:1,&quot;image&quot;:{&quot;url&quot;:&quot;https://icons.biorender.com/biorender/5b43ad5344457700149c1cd4/antibody-round-style.png&quot;,&quot;fallbackUrl&quot;:&quot;https://res.cloudinary.com/dlcjuc3ej/image/upload/v1531161933/o9m3rnysp8ggpncn0ccz.svg#/keystone/api/icons/5b43ad5344457700149c1cd4/antibody-round-style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1&quot;}},&quot;fee95b85-170c-4f14-9124-6175d04a3541&quot;:{&quot;type&quot;:&quot;FIGURE_OBJECT&quot;,&quot;id&quot;:&quot;fee95b85-170c-4f14-9124-6175d04a3541&quot;,&quot;name&quot;:&quot;Sphere&quot;,&quot;relativeTransform&quot;:{&quot;translate&quot;:{&quot;x&quot;:-150.98358225276147,&quot;y&quot;:95.8399588460397},&quot;rotate&quot;:0,&quot;skewX&quot;:0,&quot;scale&quot;:{&quot;x&quot;:0.10792207812043891,&quot;y&quot;:0.10792207812043891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2&quot;}},&quot;ad631a04-1938-4867-a4ad-dda98e4a5740&quot;:{&quot;type&quot;:&quot;FIGURE_OBJECT&quot;,&quot;id&quot;:&quot;ad631a04-1938-4867-a4ad-dda98e4a5740&quot;,&quot;relativeTransform&quot;:{&quot;translate&quot;:{&quot;x&quot;:-111.18246647960551,&quot;y&quot;:46.6009386696983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14]}],&quot;text&quot;:&quot;Streptavidin-PE&quot;,&quot;base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}],&quot;verticalAlign&quot;:&quot;TOP&quot;},&quot;size&quot;:{&quot;x&quot;:37.6655024291694,&quot;y&quot;:6.189754031104151},&quot;targetSize&quot;:{&quot;x&quot;:37.6655024291694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81&quot;}},&quot;66e9c5e1-a41d-49d5-85b8-8794e071fbe0&quot;:{&quot;type&quot;:&quot;FIGURE_OBJECT&quot;,&quot;id&quot;:&quot;66e9c5e1-a41d-49d5-85b8-8794e071fbe0&quot;,&quot;name&quot;:&quot;MHC class I (tetramer)&quot;,&quot;relativeTransform&quot;:{&quot;translate&quot;:{&quot;x&quot;:-141.3665826434629,&quot;y&quot;:49.82033901401812},&quot;rotate&quot;:-1.761911231997795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82&quot;}},&quot;12372245-16c7-41da-8673-e9559234b56e&quot;:{&quot;type&quot;:&quot;FIGURE_OBJECT&quot;,&quot;id&quot;:&quot;12372245-16c7-41da-8673-e9559234b56e&quot;,&quot;relativeTransform&quot;:{&quot;translate&quot;:{&quot;x&quot;:2.7906725549031837,&quot;y&quot;:3.1058043039754613},&quot;rotate&quot;:-0.7853981633974485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66e9c5e1-a41d-49d5-85b8-8794e071fbe0&quot;,&quot;order&quot;:&quot;2&quot;}},&quot;639376fb-c6c2-4868-becd-ab68fc2008d3&quot;:{&quot;type&quot;:&quot;FIGURE_OBJECT&quot;,&quot;id&quot;:&quot;639376fb-c6c2-4868-becd-ab68fc2008d3&quot;,&quot;relativeTransform&quot;:{&quot;translate&quot;:{&quot;x&quot;:-0.08203928061992061,&quot;y&quot;:-1.521732133665512},&quot;rotate&quot;:0,&quot;skewX&quot;:-1.8059263455510063e-15},&quot;opacity&quot;:1,&quot;path&quot;:{&quot;type&quot;:&quot;RECT&quot;,&quot;size&quot;:{&quot;x&quot;:0.5862974379423191,&quot;y&quot;:4.600179897701204},&quot;cornerRounding&quot;:{&quot;type&quot;:&quot;ARC_LENGTH&quot;,&quot;global&quot;:0.46047693096452685}},&quot;pathStyles&quot;:[{&quot;type&quot;:&quot;FILL&quot;,&quot;fillStyle&quot;:&quot;rgba(199,8,8,1)&quot;},{&quot;type&quot;:&quot;STROKE&quot;,&quot;strokeStyle&quot;:&quot;#95AAD3&quot;,&quot;lineWidth&quot;:0,&quot;lineJoin&quot;:&quot;round&quot;}],&quot;isLocked&quot;:false,&quot;parent&quot;:{&quot;type&quot;:&quot;CHILD&quot;,&quot;parentId&quot;:&quot;12372245-16c7-41da-8673-e9559234b56e&quot;,&quot;order&quot;:&quot;2&quot;}},&quot;27a6ea4c-5802-47b8-8c74-cd42c291da92&quot;:{&quot;type&quot;:&quot;FIGURE_OBJECT&quot;,&quot;id&quot;:&quot;27a6ea4c-5802-47b8-8c74-cd42c291da92&quot;,&quot;name&quot;:&quot;Radar&quot;,&quot;relativeTransform&quot;:{&quot;translate&quot;:{&quot;x&quot;:2.954783181976281e-14,&quot;y&quot;:0.9778143902360361},&quot;rotate&quot;:-7.679448708775047e-17,&quot;skewX&quot;:-1.6523373713755054e-15,&quot;scale&quot;:{&quot;x&quot;:0.028440076922800758,&quot;y&quot;:0.028440076922800747}},&quot;opacity&quot;:1,&quot;image&quot;:{&quot;url&quot;:&quot;https://icons.biorender.com/biorender/5a7b6a46c232db0014da97d1/radar.png&quot;,&quot;fallbackUrl&quot;:&quot;https://res.cloudinary.com/dlcjuc3ej/image/upload/v1518037571/sij7enpqg89hsetl9zqu.svg#/keystone/api/icons/5a7b6a46c232db0014da97d1/radar.svg&quot;,&quot;size&quot;:{&quot;x&quot;:200,&quot;y&quot;:200},&quot;isPremium&quot;:false},&quot;source&quot;:{&quot;id&quot;:&quot;5a3802e5acaa880014e2ef43&quot;,&quot;type&quot;:&quot;ASSETS&quot;},&quot;pathStyles&quot;:[{&quot;type&quot;:&quot;FILL&quot;,&quot;fillStyle&quot;:&quot;rgb(0,0,0)&quot;}],&quot;isLocked&quot;:false,&quot;parent&quot;:{&quot;type&quot;:&quot;CHILD&quot;,&quot;parentId&quot;:&quot;12372245-16c7-41da-8673-e9559234b56e&quot;,&quot;order&quot;:&quot;5&quot;}},&quot;695cf32e-d471-4096-a716-a9451c9cfb70&quot;:{&quot;type&quot;:&quot;FIGURE_OBJECT&quot;,&quot;id&quot;:&quot;695cf32e-d471-4096-a716-a9451c9cfb70&quot;,&quot;name&quot;:&quot;Streptavidin (tetramer)&quot;,&quot;relativeTransform&quot;:{&quot;translate&quot;:{&quot;x&quot;:-1.3722168392823266,&quot;y&quot;:-1.6873485883546986},&quot;rotate&quot;:2.483387283634515,&quot;skewX&quot;:3.555333359511531e-16,&quot;scale&quot;:{&quot;x&quot;:0.024696190726454088,&quot;y&quot;:0.024696190726454077}},&quot;opacity&quot;:1,&quot;image&quot;:{&quot;url&quot;:&quot;https://icons.biorender.com/biorender/5b06c8c5bd399f0014847c1a/20180524141642/image/streptavidin-tetramer.png&quot;,&quot;fallbackUrl&quot;:&quot;https://res.cloudinary.com/dlcjuc3ej/image/upload/v1527171402/vv28vz6h1laih51qsbki.svg#/keystone/api/icons/5b06c8c5bd399f0014847c1a/20180524141642/image/streptavidin-tetramer.svg&quot;,&quot;size&quot;:{&quot;x&quot;:354,&quot;y&quot;:354},&quot;isPremium&quot;:false},&quot;source&quot;:{&quot;id&quot;:&quot;5b06c8c5bd399f0014847c1a&quot;,&quot;type&quot;:&quot;ASSETS&quot;},&quot;pathStyles&quot;:[{&quot;type&quot;:&quot;FILL&quot;,&quot;fillStyle&quot;:&quot;rgb(0,0,0)&quot;}],&quot;isLocked&quot;:false,&quot;parent&quot;:{&quot;type&quot;:&quot;CHILD&quot;,&quot;parentId&quot;:&quot;66e9c5e1-a41d-49d5-85b8-8794e071fbe0&quot;,&quot;order&quot;:&quot;5&quot;}},&quot;1d65d5e0-9fdc-4f16-942e-9e13f760111b&quot;:{&quot;type&quot;:&quot;FIGURE_OBJECT&quot;,&quot;id&quot;:&quot;1d65d5e0-9fdc-4f16-942e-9e13f760111b&quot;,&quot;relativeTransform&quot;:{&quot;translate&quot;:{&quot;x&quot;:-133.02500652587725,&quot;y&quot;:46.555025069920816},&quot;rotate&quot;:0},&quot;opacity&quot;:1,&quot;path&quot;:{&quot;type&quot;:&quot;POLY_LINE&quot;,&quot;points&quot;:[{&quot;x&quot;:2.0358672336587764,&quot;y&quot;:-0.01286565175490511},{&quot;x&quot;:-3.365501276066805,&quot;y&quot;:-0.01286565175490752}],&quot;closed&quot;:false},&quot;pathStyles&quot;:[{&quot;type&quot;:&quot;FILL&quot;,&quot;fillStyle&quot;:&quot;transparent&quot;},{&quot;type&quot;:&quot;STROKE&quot;,&quot;strokeStyle&quot;:&quot;#232323&quot;,&quot;lineWidth&quot;:0.5199330762353325,&quot;lineJoin&quot;:&quot;round&quot;}],&quot;pathMarkers&quot;:{},&quot;isLocked&quot;:false,&quot;parent&quot;:{&quot;type&quot;:&quot;CHILD&quot;,&quot;parentId&quot;:&quot;db3d186c-66d8-4593-972a-a2b7e4fbb26a&quot;,&quot;order&quot;:&quot;9999996&quot;}},&quot;2eabb5d6-6500-4677-ae6d-e30ebd0b0efc&quot;:{&quot;type&quot;:&quot;FIGURE_OBJECT&quot;,&quot;id&quot;:&quot;2eabb5d6-6500-4677-ae6d-e30ebd0b0efc&quot;,&quot;name&quot;:&quot;MHC class I (tetramer)&quot;,&quot;relativeTransform&quot;:{&quot;translate&quot;:{&quot;x&quot;:-198.3886333284933,&quot;y&quot;:62.93252894457551},&quot;rotate&quot;:-1.7619112319977959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7&quot;}},&quot;34e5b722-81b6-4a7a-9481-b92b88252352&quot;:{&quot;type&quot;:&quot;FIGURE_OBJECT&quot;,&quot;id&quot;:&quot;34e5b722-81b6-4a7a-9481-b92b88252352&quot;,&quot;relativeTransform&quot;:{&quot;translate&quot;:{&quot;x&quot;:1.3589981583427553,&quot;y&quot;:1.5124606152233062},&quot;rotate&quot;:-0.7853981633974493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2eabb5d6-6500-4677-ae6d-e30ebd0b0efc&quot;,&quot;order&quot;:&quot;2&quot;}},&quot;0638f5f5-6414-4545-94b0-b4c4353f713d&quot;:{&quot;type&quot;:&quot;FIGURE_OBJECT&quot;,&quot;id&quot;:&quot;0638f5f5-6414-4545-94b0-b4c4353f713d&quot;,&quot;relativeTransform&quot;:{&quot;translate&quot;:{&quot;x&quot;:-0.0399513841487217,&quot;y&quot;:-0.7410511718793075},&quot;rotate&quot;:0,&quot;skewX&quot;:-4.2229868388557685e-15},&quot;opacity&quot;:1,&quot;path&quot;:{&quot;type&quot;:&quot;RECT&quot;,&quot;size&quot;:{&quot;x&quot;:0.28551437788885653,&quot;y&quot;:2.2401897342048422},&quot;cornerRounding&quot;:{&quot;type&quot;:&quot;ARC_LENGTH&quot;,&quot;global&quot;:0.22424246801747308}},&quot;pathStyles&quot;:[{&quot;type&quot;:&quot;FILL&quot;,&quot;fillStyle&quot;:&quot;rgba(199,8,8,1)&quot;},{&quot;type&quot;:&quot;STROKE&quot;,&quot;strokeStyle&quot;:&quot;#95AAD3&quot;,&quot;lineWidth&quot;:0,&quot;lineJoin&quot;:&quot;round&quot;}],&quot;isLocked&quot;:false,&quot;parent&quot;:{&quot;type&quot;:&quot;CHILD&quot;,&quot;parentId&quot;:&quot;34e5b722-81b6-4a7a-9481-b92b88252352&quot;,&quot;order&quot;:&quot;2&quot;}},&quot;5ea8cd25-7ad7-4b75-a2f6-ddbb5263f31c&quot;:{&quot;type&quot;:&quot;FIGURE_OBJECT&quot;,&quot;id&quot;:&quot;5ea8cd25-7ad7-4b75-a2f6-ddbb5263f31c&quot;,&quot;name&quot;:&quot;Radar&quot;,&quot;relativeTransform&quot;:{&quot;translate&quot;:{&quot;x&quot;:1.3238222114681628e-14,&quot;y&quot;:0.47617480352435},&quot;rotate&quot;:-7.679448708775048e-17,&quot;skewX&quot;:-4.069397864680266e-15,&quot;scale&quot;:{&quot;x&quot;:0.013849712354573775,&quot;y&quot;:0.013849712354573773}},&quot;opacity&quot;:1,&quot;image&quot;:{&quot;url&quot;:&quot;https://icons.biorender.com/biorender/5a7b6a46c232db0014da97d1/radar.png&quot;,&quot;fallbackUrl&quot;:&quot;https://res.cloudinary.com/dlcjuc3ej/image/upload/v1518037571/sij7enpqg89hsetl9zqu.svg#/keystone/api/icons/5a7b6a46c232db0014da97d1/radar.svg&quot;,&quot;size&quot;:{&quot;x&quot;:200,&quot;y&quot;:200},&quot;isPremium&quot;:false},&quot;source&quot;:{&quot;id&quot;:&quot;5a3802e5acaa880014e2ef43&quot;,&quot;type&quot;:&quot;ASSETS&quot;},&quot;pathStyles&quot;:[{&quot;type&quot;:&quot;FILL&quot;,&quot;fillStyle&quot;:&quot;rgb(0,0,0)&quot;}],&quot;isLocked&quot;:false,&quot;parent&quot;:{&quot;type&quot;:&quot;CHILD&quot;,&quot;parentId&quot;:&quot;34e5b722-81b6-4a7a-9481-b92b88252352&quot;,&quot;order&quot;:&quot;5&quot;}},&quot;8a471bf2-34df-4605-9bd4-f0b049de00b4&quot;:{&quot;type&quot;:&quot;FIGURE_OBJECT&quot;,&quot;id&quot;:&quot;8a471bf2-34df-4605-9bd4-f0b049de00b4&quot;,&quot;name&quot;:&quot;Streptavidin (tetramer)&quot;,&quot;relativeTransform&quot;:{&quot;translate&quot;:{&quot;x&quot;:-0.6682404046849183,&quot;y&quot;:-0.8217028615655135},&quot;rotate&quot;:2.483387283634514,&quot;skewX&quot;:-2.529904546563399e-15,&quot;scale&quot;:{&quot;x&quot;:0.012026519433949466,&quot;y&quot;:0.012026519433949475}},&quot;opacity&quot;:1,&quot;image&quot;:{&quot;url&quot;:&quot;https://icons.biorender.com/biorender/5b06c8c5bd399f0014847c1a/20180524141642/image/streptavidin-tetramer.png&quot;,&quot;fallbackUrl&quot;:&quot;https://res.cloudinary.com/dlcjuc3ej/image/upload/v1527171402/vv28vz6h1laih51qsbki.svg#/keystone/api/icons/5b06c8c5bd399f0014847c1a/20180524141642/image/streptavidin-tetramer.svg&quot;,&quot;size&quot;:{&quot;x&quot;:354,&quot;y&quot;:354},&quot;isPremium&quot;:false},&quot;source&quot;:{&quot;id&quot;:&quot;5b06c8c5bd399f0014847c1a&quot;,&quot;type&quot;:&quot;ASSETS&quot;},&quot;pathStyles&quot;:[{&quot;type&quot;:&quot;FILL&quot;,&quot;fillStyle&quot;:&quot;rgb(0,0,0)&quot;}],&quot;isLocked&quot;:false,&quot;parent&quot;:{&quot;type&quot;:&quot;CHILD&quot;,&quot;parentId&quot;:&quot;2eabb5d6-6500-4677-ae6d-e30ebd0b0efc&quot;,&quot;order&quot;:&quot;5&quot;}},&quot;03cdbf21-3d47-42d3-beac-8ec249f7ebf5&quot;:{&quot;type&quot;:&quot;FIGURE_OBJECT&quot;,&quot;id&quot;:&quot;03cdbf21-3d47-42d3-beac-8ec249f7ebf5&quot;,&quot;name&quot;:&quot;Sphere&quot;,&quot;relativeTransform&quot;:{&quot;translate&quot;:{&quot;x&quot;:176.14192755051818,&quot;y&quot;:-53.88979782948093},&quot;rotate&quot;:3.1333984247341014,&quot;skewX&quot;:3.872164949311733e-16,&quot;scale&quot;:{&quot;x&quot;:0.0379390257120214,&quot;y&quot;:0.03793902571202126}},&quot;opacity&quot;:1,&quot;image&quot;:{&quot;url&quot;:&quot;https://icons.cdn.biorender.com/biorender/5f4529c2929bce0028c9f871/5b8847989629ce1400901caa.png&quot;,&quot;fallbackUrl&quot;:&quot;sources/icons/5f4529c2929bce0028c9f871/5b8847989629ce1400901caa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74&quot;}},&quot;61af25fe-7058-4f09-8d01-3e811f4304b4&quot;:{&quot;type&quot;:&quot;FIGURE_OBJECT&quot;,&quot;id&quot;:&quot;61af25fe-7058-4f09-8d01-3e811f4304b4&quot;,&quot;name&quot;:&quot;Antibody (round style)&quot;,&quot;relativeTransform&quot;:{&quot;translate&quot;:{&quot;x&quot;:169.52265510008732,&quot;y&quot;:-46.33779625472445},&quot;rotate&quot;:-0.008194228855692218,&quot;skewX&quot;:7.857679739357997e-16,&quot;scale&quot;:{&quot;x&quot;:0.06670721878748938,&quot;y&quot;:0.06657512528493997}},&quot;opacity&quot;:1,&quot;image&quot;:{&quot;url&quot;:&quot;https://icons.biorender.com/biorender/5b43ad5344457700149c1cd4/antibody-round-style.png&quot;,&quot;fallbackUrl&quot;:&quot;https://res.cloudinary.com/dlcjuc3ej/image/upload/v1531161933/o9m3rnysp8ggpncn0ccz.svg#/keystone/api/icons/5b43ad5344457700149c1cd4/antibody-round-style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72&quot;}},&quot;cf6ca04e-86c4-44c8-afd5-ab37267a34fb&quot;:{&quot;type&quot;:&quot;FIGURE_OBJECT&quot;,&quot;id&quot;:&quot;cf6ca04e-86c4-44c8-afd5-ab37267a34fb&quot;,&quot;relativeTransform&quot;:{&quot;translate&quot;:{&quot;x&quot;:204.7319718024283,&quot;y&quot;:-60.37302983465827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17]}],&quot;text&quot;:&quot;Detection antibody&quot;}],&quot;verticalAlign&quot;:&quot;TOP&quot;,&quot;_lastCaretLocation&quot;:{&quot;lineIndex&quot;:0,&quot;runIndex&quot;:-1,&quot;charIndex&quot;:-1,&quot;endOfLine&quot;:true}},&quot;size&quot;:{&quot;x&quot;:23.99656288164341,&quot;y&quot;:12.407018080124319},&quot;targetSize&quot;:{&quot;x&quot;:23.99656288164341,&quot;y&quot;:12.407018080124319},&quot;format&quot;:&quot;BETTER_TEXT&quot;,&quot;verticalAlign&quot;:&quot;TOP&quot;},&quot;isLocked&quot;:false,&quot;parent&quot;:{&quot;type&quot;:&quot;CHILD&quot;,&quot;parentId&quot;:&quot;db3d186c-66d8-4593-972a-a2b7e4fbb26a&quot;,&quot;order&quot;:&quot;999999975&quot;}},&quot;acc50e36-1dfc-4bf4-9611-a86bbe7222a7&quot;:{&quot;type&quot;:&quot;FIGURE_OBJECT&quot;,&quot;id&quot;:&quot;acc50e36-1dfc-4bf4-9611-a86bbe7222a7&quot;,&quot;relativeTransform&quot;:{&quot;translate&quot;:{&quot;x&quot;:187.49203955232747,&quot;y&quot;:-63.33458541089044},&quot;rotate&quot;:0},&quot;opacity&quot;:1,&quot;path&quot;:{&quot;type&quot;:&quot;POLY_LINE&quot;,&quot;points&quot;:[{&quot;x&quot;:3.8674409798260343,&quot;y&quot;:0.01381928116680491},{&quot;x&quot;:-3.8674409798260343,&quot;y&quot;:-0.01381928116680491}],&quot;closed&quot;:false},&quot;pathStyles&quot;:[{&quot;type&quot;:&quot;FILL&quot;,&quot;fillStyle&quot;:&quot;transparent&quot;},{&quot;type&quot;:&quot;STROKE&quot;,&quot;strokeStyle&quot;:&quot;#232323&quot;,&quot;lineWidth&quot;:0.5584716192615086,&quot;lineJoin&quot;:&quot;round&quot;}],&quot;pathMarkers&quot;:{},&quot;isLocked&quot;:false,&quot;parent&quot;:{&quot;type&quot;:&quot;CHILD&quot;,&quot;parentId&quot;:&quot;db3d186c-66d8-4593-972a-a2b7e4fbb26a&quot;,&quot;order&quot;:&quot;9999999755&quot;}},&quot;3e9c94bf-0728-4267-8887-cfe90a7b8cd0&quot;:{&quot;type&quot;:&quot;FIGURE_OBJECT&quot;,&quot;id&quot;:&quot;3e9c94bf-0728-4267-8887-cfe90a7b8cd0&quot;,&quot;relativeTransform&quot;:{&quot;translate&quot;:{&quot;x&quot;:199.76524680990593,&quot;y&quot;:-71.9202701745437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5]}],&quot;text&quot;:&quot;Biotin&quot;}],&quot;verticalAlign&quot;:&quot;TOP&quot;,&quot;_lastCaretLocation&quot;:{&quot;lineIndex&quot;:0,&quot;runIndex&quot;:-1,&quot;charIndex&quot;:-1,&quot;endOfLine&quot;:true}},&quot;size&quot;:{&quot;x&quot;:14.063115617710432,&quot;y&quot;:6.189754031104151},&quot;targetSize&quot;:{&quot;x&quot;:14.063115617710432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9976&quot;}},&quot;09d2a9f2-0958-45fc-8799-783b0317397a&quot;:{&quot;type&quot;:&quot;FIGURE_OBJECT&quot;,&quot;id&quot;:&quot;09d2a9f2-0958-45fc-8799-783b0317397a&quot;,&quot;relativeTransform&quot;:{&quot;translate&quot;:{&quot;x&quot;:184.99436553657034,&quot;y&quot;:-71.79561806035275},&quot;rotate&quot;:0},&quot;opacity&quot;:1,&quot;path&quot;:{&quot;type&quot;:&quot;POLY_LINE&quot;,&quot;points&quot;:[{&quot;x&quot;:6.365114995583177,&quot;y&quot;:0.01286565175490752},{&quot;x&quot;:-6.365114995583177,&quot;y&quot;:-0.01286565175490752}],&quot;closed&quot;:false},&quot;pathStyles&quot;:[{&quot;type&quot;:&quot;FILL&quot;,&quot;fillStyle&quot;:&quot;transparent&quot;},{&quot;type&quot;:&quot;STROKE&quot;,&quot;strokeStyle&quot;:&quot;#232323&quot;,&quot;lineWidth&quot;:0.5199330762353325,&quot;lineJoin&quot;:&quot;round&quot;}],&quot;pathMarkers&quot;:{},&quot;isLocked&quot;:false,&quot;parent&quot;:{&quot;type&quot;:&quot;CHILD&quot;,&quot;parentId&quot;:&quot;db3d186c-66d8-4593-972a-a2b7e4fbb26a&quot;,&quot;order&quot;:&quot;999999977&quot;}},&quot;7f594564-e637-4df1-888a-0206c0da0e8c&quot;:{&quot;type&quot;:&quot;FIGURE_OBJECT&quot;,&quot;id&quot;:&quot;7f594564-e637-4df1-888a-0206c0da0e8c&quot;,&quot;relativeTransform&quot;:{&quot;translate&quot;:{&quot;x&quot;:39.254477481905845,&quot;y&quot;:-51.23414312922698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13]}],&quot;text&quot;:&quot;Target analyte&quot;,&quot;base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}],&quot;verticalAlign&quot;:&quot;TOP&quot;},&quot;size&quot;:{&quot;x&quot;:19.39024644428124,&quot;y&quot;:12.407018080124319},&quot;targetSize&quot;:{&quot;x&quot;:19.39024644428124,&quot;y&quot;:12.407018080124319},&quot;format&quot;:&quot;BETTER_TEXT&quot;,&quot;verticalAlign&quot;:&quot;TOP&quot;},&quot;isLocked&quot;:false,&quot;parent&quot;:{&quot;type&quot;:&quot;CHILD&quot;,&quot;parentId&quot;:&quot;db3d186c-66d8-4593-972a-a2b7e4fbb26a&quot;,&quot;order&quot;:&quot;99999999999982&quot;}},&quot;9f710ce3-e35c-4f9e-a10f-8a4e4749a661&quot;:{&quot;type&quot;:&quot;FIGURE_OBJECT&quot;,&quot;id&quot;:&quot;9f710ce3-e35c-4f9e-a10f-8a4e4749a661&quot;,&quot;name&quot;:&quot;Sphere&quot;,&quot;relativeTransform&quot;:{&quot;translate&quot;:{&quot;x&quot;:19.19034665076017,&quot;y&quot;:-53.964652635273346},&quot;rotate&quot;:3.1333984247341014,&quot;skewX&quot;:3.872164949311733e-16,&quot;scale&quot;:{&quot;x&quot;:0.0379390257120214,&quot;y&quot;:0.03793902571202126}},&quot;opacity&quot;:1,&quot;image&quot;:{&quot;url&quot;:&quot;https://icons.cdn.biorender.com/biorender/5f4529c2929bce0028c9f871/5b8847989629ce1400901caa.png&quot;,&quot;fallbackUrl&quot;:&quot;sources/icons/5f4529c2929bce0028c9f871/5b8847989629ce1400901caa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99985&quot;}},&quot;bbf0ce14-f7d1-471d-9029-c7611e1c9ca7&quot;:{&quot;type&quot;:&quot;FIGURE_OBJECT&quot;,&quot;id&quot;:&quot;bbf0ce14-f7d1-471d-9029-c7611e1c9ca7&quot;,&quot;relativeTransform&quot;:{&quot;translate&quot;:{&quot;x&quot;:24.189214425090057,&quot;y&quot;:-54.146549624506186},&quot;rotate&quot;:0},&quot;opacity&quot;:1,&quot;path&quot;:{&quot;type&quot;:&quot;POLY_LINE&quot;,&quot;points&quot;:[{&quot;x&quot;:4.055044081237056,&quot;y&quot;:0.01286565175490752},{&quot;x&quot;:-4.055044081237056,&quot;y&quot;:-0.01286565175490752}],&quot;closed&quot;:false},&quot;pathStyles&quot;:[{&quot;type&quot;:&quot;FILL&quot;,&quot;fillStyle&quot;:&quot;transparent&quot;},{&quot;type&quot;:&quot;STROKE&quot;,&quot;strokeStyle&quot;:&quot;#232323&quot;,&quot;lineWidth&quot;:0.5199330762353325,&quot;lineJoin&quot;:&quot;round&quot;}],&quot;pathMarkers&quot;:{},&quot;isLocked&quot;:false,&quot;parent&quot;:{&quot;type&quot;:&quot;CHILD&quot;,&quot;parentId&quot;:&quot;db3d186c-66d8-4593-972a-a2b7e4fbb26a&quot;,&quot;order&quot;:&quot;9999999999999&quot;}},&quot;a5899341-3976-4a6e-a900-3455de19c52e&quot;:{&quot;type&quot;:&quot;FIGURE_OBJECT&quot;,&quot;id&quot;:&quot;a5899341-3976-4a6e-a900-3455de19c52e&quot;,&quot;name&quot;:&quot;Antibody (round style)&quot;,&quot;relativeTransform&quot;:{&quot;translate&quot;:{&quot;x&quot;:12.571074200329274,&quot;y&quot;:-46.41265106051686},&quot;rotate&quot;:-0.008194228855692235,&quot;skewX&quot;:7.7967674933164625e-16,&quot;scale&quot;:{&quot;x&quot;:0.06670721878748938,&quot;y&quot;:0.06657512528493997}},&quot;opacity&quot;:1,&quot;image&quot;:{&quot;url&quot;:&quot;https://icons.biorender.com/biorender/5b43ad5344457700149c1cd4/antibody-round-style.png&quot;,&quot;fallbackUrl&quot;:&quot;https://res.cloudinary.com/dlcjuc3ej/image/upload/v1531161933/o9m3rnysp8ggpncn0ccz.svg#/keystone/api/icons/5b43ad5344457700149c1cd4/antibody-round-style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99976&quot;}},&quot;de920f8c-9555-4f44-b03d-689fb47340c3&quot;:{&quot;type&quot;:&quot;FIGURE_OBJECT&quot;,&quot;id&quot;:&quot;de920f8c-9555-4f44-b03d-689fb47340c3&quot;,&quot;name&quot;:&quot;Antibody (round style)&quot;,&quot;relativeTransform&quot;:{&quot;translate&quot;:{&quot;x&quot;:-139.48013645184557,&quot;y&quot;:-46.45767037654599},&quot;rotate&quot;:-0.008194228855692265,&quot;skewX&quot;:7.842451677847614e-16,&quot;scale&quot;:{&quot;x&quot;:0.06670721878748938,&quot;y&quot;:0.06657512528493997}},&quot;opacity&quot;:1,&quot;image&quot;:{&quot;url&quot;:&quot;https://icons.biorender.com/biorender/5b43ad5344457700149c1cd4/antibody-round-style.png&quot;,&quot;fallbackUrl&quot;:&quot;https://res.cloudinary.com/dlcjuc3ej/image/upload/v1531161933/o9m3rnysp8ggpncn0ccz.svg#/keystone/api/icons/5b43ad5344457700149c1cd4/antibody-round-style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2&quot;}},&quot;f0baf065-c85e-4a74-8e21-e0087ba58e96&quot;:{&quot;type&quot;:&quot;FIGURE_OBJECT&quot;,&quot;id&quot;:&quot;f0baf065-c85e-4a74-8e21-e0087ba58e96&quot;,&quot;relativeTransform&quot;:{&quot;translate&quot;:{&quot;x&quot;:-130.87218768134747,&quot;y&quot;:-49.528282440860785},&quot;rotate&quot;:0},&quot;opacity&quot;:1,&quot;path&quot;:{&quot;type&quot;:&quot;POLY_LINE&quot;,&quot;points&quot;:[{&quot;x&quot;:4.102163228850316,&quot;y&quot;:0},{&quot;x&quot;:-4.102163228850316,&quot;y&quot;:0}],&quot;closed&quot;:false},&quot;pathStyles&quot;:[{&quot;type&quot;:&quot;FILL&quot;,&quot;fillStyle&quot;:&quot;transparent&quot;},{&quot;type&quot;:&quot;STROKE&quot;,&quot;strokeStyle&quot;:&quot;#232323&quot;,&quot;lineWidth&quot;:0.5199330762353325,&quot;lineJoin&quot;:&quot;round&quot;}],&quot;pathMarkers&quot;:{},&quot;isLocked&quot;:false,&quot;parent&quot;:{&quot;type&quot;:&quot;CHILD&quot;,&quot;parentId&quot;:&quot;db3d186c-66d8-4593-972a-a2b7e4fbb26a&quot;,&quot;order&quot;:&quot;999999994&quot;}},&quot;5b106408-b1b2-4e39-9d57-0b30e97f5354&quot;:{&quot;type&quot;:&quot;FIGURE_OBJECT&quot;,&quot;id&quot;:&quot;5b106408-b1b2-4e39-9d57-0b30e97f5354&quot;,&quot;relativeTransform&quot;:{&quot;translate&quot;:{&quot;x&quot;:-114.10889577878716,&quot;y&quot;:-46.18007484021991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15]}],&quot;text&quot;:&quot;Capture antibody&quot;,&quot;base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}],&quot;verticalAlign&quot;:&quot;TOP&quot;},&quot;size&quot;:{&quot;x&quot;:23.142729014785395,&quot;y&quot;:12.407018080124319},&quot;targetSize&quot;:{&quot;x&quot;:23.142729014785395,&quot;y&quot;:12.407018080124319},&quot;format&quot;:&quot;BETTER_TEXT&quot;,&quot;verticalAlign&quot;:&quot;TOP&quot;},&quot;isLocked&quot;:false,&quot;parent&quot;:{&quot;type&quot;:&quot;CHILD&quot;,&quot;parentId&quot;:&quot;db3d186c-66d8-4593-972a-a2b7e4fbb26a&quot;,&quot;order&quot;:&quot;999999996&quot;}},&quot;7d75a6fc-0e90-402a-a983-ef8a0b5b33de&quot;:{&quot;type&quot;:&quot;FIGURE_OBJECT&quot;,&quot;id&quot;:&quot;7d75a6fc-0e90-402a-a983-ef8a0b5b33de&quot;,&quot;relativeTransform&quot;:{&quot;translate&quot;:{&quot;x&quot;:5.923842019766365,&quot;y&quot;:33.7052120225260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Weight&quot;:&quot;normal&quot;,&quot;fontStyle&quot;:&quot;normal&quot;,&quot;fontSize&quot;:6.6024042998444274,&quot;fontFamily&quot;:&quot;Roboto&quot;,&quot;color&quot;:&quot;#232323&quot;,&quot;decoration&quot;:&quot;none&quot;},&quot;range&quot;:[0,106]}],&quot;text&quot;:&quot;Multiplex analyzer detects analyte (based on the bead) with one laser, and its quantity with a second laser&quot;}],&quot;verticalAlign&quot;:&quot;TOP&quot;,&quot;_lastCaretLocation&quot;:{&quot;lineIndex&quot;:0,&quot;runIndex&quot;:0,&quot;charIndex&quot;:78}},&quot;size&quot;:{&quot;x&quot;:118.26554290214861,&quot;y&quot;:22.761788823713665},&quot;targetSize&quot;:{&quot;x&quot;:118.26554290214861,&quot;y&quot;:22.761788823713665},&quot;format&quot;:&quot;BETTER_TEXT&quot;,&quot;verticalAlign&quot;:&quot;TOP&quot;},&quot;isLocked&quot;:false,&quot;parent&quot;:{&quot;type&quot;:&quot;CHILD&quot;,&quot;parentId&quot;:&quot;db3d186c-66d8-4593-972a-a2b7e4fbb26a&quot;,&quot;order&quot;:&quot;9999999991&quot;}},&quot;fff9d328-c43c-4d9e-bdd2-b44bcb6eb11c&quot;:{&quot;type&quot;:&quot;FIGURE_OBJECT&quot;,&quot;id&quot;:&quot;fff9d328-c43c-4d9e-bdd2-b44bcb6eb11c&quot;,&quot;relativeTransform&quot;:{&quot;translate&quot;:{&quot;x&quot;:-60.394141022061504,&quot;y&quot;:26.7790648300245},&quot;rotate&quot;:0},&quot;layout&quot;:{&quot;sizeRatio&quot;:{&quot;x&quot;:0.88,&quot;y&quot;:0.88},&quot;keepAspectRatio&quot;:true},&quot;opacity&quot;:1,&quot;path&quot;:{&quot;type&quot;:&quot;ELLIPSE&quot;,&quot;size&quot;:{&quot;x&quot;:8.90949443871052,&quot;y&quot;:8.90949443871052}},&quot;pathStyles&quot;:[{&quot;type&quot;:&quot;FILL&quot;,&quot;fillStyle&quot;:&quot;rgba(255,255,255,1)&quot;},{&quot;type&quot;:&quot;STROKE&quot;,&quot;strokeStyle&quot;:&quot;rgba(0,0,0,1)&quot;,&quot;lineWidth&quot;:0.6206605649012644,&quot;lineJoin&quot;:&quot;round&quot;}],&quot;isLocked&quot;:false,&quot;parent&quot;:{&quot;type&quot;:&quot;CHILD&quot;,&quot;parentId&quot;:&quot;db3d186c-66d8-4593-972a-a2b7e4fbb26a&quot;,&quot;order&quot;:&quot;9999999992&quot;}},&quot;9efca9c8-5383-422f-9efb-0d19529602b1&quot;:{&quot;type&quot;:&quot;FIGURE_OBJECT&quot;,&quot;id&quot;:&quot;9efca9c8-5383-422f-9efb-0d19529602b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6.6024042998444274,&quot;color&quot;:&quot;rgb(0,0,0)&quot;,&quot;fontWeight&quot;:&quot;normal&quot;,&quot;fontStyle&quot;:&quot;normal&quot;,&quot;decoration&quot;:&quot;none&quot;,&quot;script&quot;:&quot;none&quot;},&quot;range&quot;:[0,0]}],&quot;text&quot;:&quot;5&quot;}],&quot;verticalAlign&quot;:&quot;TOP&quot;,&quot;_lastCaretLocation&quot;:{&quot;lineIndex&quot;:0,&quot;runIndex&quot;:-1,&quot;charIndex&quot;:-1,&quot;endOfLine&quot;:true}},&quot;size&quot;:{&quot;x&quot;:7.64653815958358,&quot;y&quot;:7.840355106065257},&quot;targetSize&quot;:{&quot;x&quot;:7.64653815958358,&quot;y&quot;:2},&quot;format&quot;:&quot;BETTER_TEXT&quot;,&quot;verticalAlign&quot;:&quot;TOP&quot;},&quot;parent&quot;:{&quot;type&quot;:&quot;CHILD&quot;,&quot;parentId&quot;:&quot;fff9d328-c43c-4d9e-bdd2-b44bcb6eb11c&quot;,&quot;order&quot;:&quot;5&quot;}},&quot;34215b24-e880-4e71-a96f-5f0edb5a991d&quot;:{&quot;id&quot;:&quot;34215b24-e880-4e71-a96f-5f0edb5a991d&quot;,&quot;name&quot;:&quot;Multiplexing platform (FlexMap 3D)&quot;,&quot;displayName&quot;:&quot;&quot;,&quot;type&quot;:&quot;FIGURE_OBJECT&quot;,&quot;relativeTransform&quot;:{&quot;translate&quot;:{&quot;x&quot;:-24.40461955297655,&quot;y&quot;:89.88976331597725},&quot;rotate&quot;:0,&quot;skewX&quot;:0,&quot;scale&quot;:{&quot;x&quot;:0.2611440862652099,&quot;y&quot;:0.2611440862652099}},&quot;image&quot;:{&quot;url&quot;:&quot;https://icons.cdn.biorender.com/biorender/5ec8511864ddf40028b53609/20200522222704/image/5ec8511864ddf40028b53609.png&quot;,&quot;isPremium&quot;:true,&quot;isOrgIcon&quot;:false,&quot;size&quot;:{&quot;x&quot;:250,&quot;y&quot;:248.29931972789115}},&quot;source&quot;:{&quot;id&quot;:&quot;5ec8511864ddf40028b53609&quot;,&quot;version&quot;:&quot;20200522222704&quot;,&quot;type&quot;:&quot;ASSETS&quot;},&quot;isPremium&quot;:true,&quot;parent&quot;:{&quot;type&quot;:&quot;CHILD&quot;,&quot;parentId&quot;:&quot;db3d186c-66d8-4593-972a-a2b7e4fbb26a&quot;,&quot;order&quot;:&quot;99999999985&quot;}},&quot;5160f668-13ce-448c-819d-dfb78d4729a6&quot;:{&quot;type&quot;:&quot;FIGURE_OBJECT&quot;,&quot;id&quot;:&quot;5160f668-13ce-448c-819d-dfb78d4729a6&quot;,&quot;name&quot;:&quot;Gravity column (faded, 1/3 liquid)&quot;,&quot;relativeTransform&quot;:{&quot;translate&quot;:{&quot;x&quot;:37.09887829857188,&quot;y&quot;:38.248694487956094},&quot;rotate&quot;:0,&quot;skewX&quot;:0,&quot;scale&quot;:{&quot;x&quot;:0.2535405945532049,&quot;y&quot;:0.2535405945532049}},&quot;opacity&quot;:0.65,&quot;image&quot;:{&quot;url&quot;:&quot;https://icons.biorender.com/biorender/5f46ad381cc48900285d0558/gravity-column-faded-1-3-liquid.png&quot;,&quot;fallbackUrl&quot;:&quot;https://res.cloudinary.com/dlcjuc3ej/image/upload/v1598467376/z3tjhwokqret8lqkc4h0.svg#/keystone/api/icons/5f46ad381cc48900285d0558/gravity-column-faded-1-3-liquid.svg&quot;,&quot;size&quot;:{&quot;x&quot;:159,&quot;y&quot;:574},&quot;isPremium&quot;:false},&quot;source&quot;:{&quot;id&quot;:&quot;5f46a36e5f145e0028995e96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815&quot;}},&quot;9960755f-7f47-49d9-b88c-78a234d814f0&quot;:{&quot;type&quot;:&quot;FIGURE_OBJECT&quot;,&quot;id&quot;:&quot;9960755f-7f47-49d9-b88c-78a234d814f0&quot;,&quot;relativeTransform&quot;:{&quot;translate&quot;:{&quot;x&quot;:0,&quot;y&quot;:192.18804946365083},&quot;rotate&quot;:0,&quot;skewX&quot;:0,&quot;scale&quot;:{&quot;x&quot;:1,&quot;y&quot;:0.3315198279525184}},&quot;opacity&quot;:1,&quot;path&quot;:{&quot;type&quot;:&quot;RECT&quot;,&quot;size&quot;:{&quot;x&quot;:159,&quot;y&quot;:574}},&quot;pathStyles&quot;:[{&quot;type&quot;:&quot;FILL&quot;,&quot;fillStyle&quot;:&quot;#fff&quot;}],&quot;isFrozen&quot;:true,&quot;isLocked&quot;:false,&quot;parent&quot;:{&quot;type&quot;:&quot;CROP&quot;,&quot;parentId&quot;:&quot;5160f668-13ce-448c-819d-dfb78d4729a6&quot;,&quot;order&quot;:&quot;5&quot;}},&quot;63315ed4-6d45-4f01-b167-f59d5029bf1b&quot;:{&quot;type&quot;:&quot;FIGURE_OBJECT&quot;,&quot;id&quot;:&quot;63315ed4-6d45-4f01-b167-f59d5029bf1b&quot;,&quot;parent&quot;:{&quot;type&quot;:&quot;CHILD&quot;,&quot;parentId&quot;:&quot;db3d186c-66d8-4593-972a-a2b7e4fbb26a&quot;,&quot;order&quot;:&quot;99999999983&quot;},&quot;relativeTransform&quot;:{&quot;translate&quot;:{&quot;x&quot;:143.85324550492433,&quot;y&quot;:53.63087771548128},&quot;rotate&quot;:0},&quot;opacity&quot;:0.75},&quot;c4575714-1ace-4ff7-b431-0f7bd1e3122a&quot;:{&quot;type&quot;:&quot;FIGURE_OBJECT&quot;,&quot;id&quot;:&quot;c4575714-1ace-4ff7-b431-0f7bd1e3122a&quot;,&quot;name&quot;:&quot;Sphere&quot;,&quot;relativeTransform&quot;:{&quot;translate&quot;:{&quot;x&quot;:-107.5978621889265,&quot;y&quot;:15.681550880214454},&quot;rotate&quot;:0,&quot;skewX&quot;:0,&quot;scale&quot;:{&quot;x&quot;:0.016854968637368524,&quot;y&quot;:0.016854968637368524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05&quot;}},&quot;8e4fc6a7-91d1-4976-8617-0c1b25b068ea&quot;:{&quot;type&quot;:&quot;FIGURE_OBJECT&quot;,&quot;id&quot;:&quot;8e4fc6a7-91d1-4976-8617-0c1b25b068ea&quot;,&quot;name&quot;:&quot;Sphere&quot;,&quot;relativeTransform&quot;:{&quot;translate&quot;:{&quot;x&quot;:-106.27529945362204,&quot;y&quot;:22.506818772337034},&quot;rotate&quot;:0,&quot;skewX&quot;:0,&quot;scale&quot;:{&quot;x&quot;:0.016854968637368524,&quot;y&quot;:0.016854968637368524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1&quot;}},&quot;8890f664-d48f-4f20-9816-0de8a19f8cdb&quot;:{&quot;type&quot;:&quot;FIGURE_OBJECT&quot;,&quot;id&quot;:&quot;8890f664-d48f-4f20-9816-0de8a19f8cdb&quot;,&quot;name&quot;:&quot;Sphere&quot;,&quot;relativeTransform&quot;:{&quot;translate&quot;:{&quot;x&quot;:-111.26953388155331,&quot;y&quot;:26.321703794261396},&quot;rotate&quot;:0,&quot;skewX&quot;:0,&quot;scale&quot;:{&quot;x&quot;:0.016854968637368524,&quot;y&quot;:0.016854968637368524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12&quot;}},&quot;c600c953-330a-46e1-b629-11336940e156&quot;:{&quot;type&quot;:&quot;FIGURE_OBJECT&quot;,&quot;id&quot;:&quot;c600c953-330a-46e1-b629-11336940e156&quot;,&quot;name&quot;:&quot;Sphere&quot;,&quot;relativeTransform&quot;:{&quot;translate&quot;:{&quot;x&quot;:-106.67085013056659,&quot;y&quot;:11.212061387938881},&quot;rotate&quot;:0,&quot;skewX&quot;:0,&quot;scale&quot;:{&quot;x&quot;:0.016854968637368524,&quot;y&quot;:0.016854968637368524}},&quot;opacity&quot;:0.66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15&quot;}},&quot;0472d8c6-201a-4188-a0f6-37e9db766e2b&quot;:{&quot;type&quot;:&quot;FIGURE_OBJECT&quot;,&quot;id&quot;:&quot;0472d8c6-201a-4188-a0f6-37e9db766e2b&quot;,&quot;name&quot;:&quot;Sphere&quot;,&quot;relativeTransform&quot;:{&quot;translate&quot;:{&quot;x&quot;:-106.66190474653814,&quot;y&quot;:27.77000364772925},&quot;rotate&quot;:0,&quot;skewX&quot;:0,&quot;scale&quot;:{&quot;x&quot;:0.016854968637368524,&quot;y&quot;:0.016854968637368524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2&quot;}},&quot;4c15e955-3534-4a4e-b5d0-a72e3b4cfcff&quot;:{&quot;type&quot;:&quot;FIGURE_OBJECT&quot;,&quot;id&quot;:&quot;4c15e955-3534-4a4e-b5d0-a72e3b4cfcff&quot;,&quot;name&quot;:&quot;Sphere&quot;,&quot;relativeTransform&quot;:{&quot;translate&quot;:{&quot;x&quot;:-102.93612717003042,&quot;y&quot;:11.212189883282626},&quot;rotate&quot;:0,&quot;skewX&quot;:0,&quot;scale&quot;:{&quot;x&quot;:0.016854968637368524,&quot;y&quot;:0.016854968637368524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22&quot;}},&quot;d51ea05a-dacd-4399-b111-e0ab6edc7da1&quot;:{&quot;type&quot;:&quot;FIGURE_OBJECT&quot;,&quot;id&quot;:&quot;d51ea05a-dacd-4399-b111-e0ab6edc7da1&quot;,&quot;name&quot;:&quot;Sphere&quot;,&quot;relativeTransform&quot;:{&quot;translate&quot;:{&quot;x&quot;:-102.36998855244875,&quot;y&quot;:16.099271514895186},&quot;rotate&quot;:0,&quot;skewX&quot;:0,&quot;scale&quot;:{&quot;x&quot;:0.016854968637368524,&quot;y&quot;:0.016854968637368524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25&quot;}},&quot;dfbf800d-e9f3-478a-b452-b18bdd707666&quot;:{&quot;type&quot;:&quot;FIGURE_OBJECT&quot;,&quot;id&quot;:&quot;dfbf800d-e9f3-478a-b452-b18bdd707666&quot;,&quot;name&quot;:&quot;Sphere&quot;,&quot;relativeTransform&quot;:{&quot;translate&quot;:{&quot;x&quot;:-109.98444534376605,&quot;y&quot;:33.97207789933227},&quot;rotate&quot;:0,&quot;skewX&quot;:0,&quot;scale&quot;:{&quot;x&quot;:0.016854968637368524,&quot;y&quot;:0.016854968637368524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3&quot;}},&quot;835e587f-acf4-4c83-a53a-ce0b68cfdeca&quot;:{&quot;type&quot;:&quot;FIGURE_OBJECT&quot;,&quot;id&quot;:&quot;835e587f-acf4-4c83-a53a-ce0b68cfdeca&quot;,&quot;name&quot;:&quot;Sphere&quot;,&quot;relativeTransform&quot;:{&quot;translate&quot;:{&quot;x&quot;:-110.64077566892782,&quot;y&quot;:30.29820346369855},&quot;rotate&quot;:0,&quot;skewX&quot;:0,&quot;scale&quot;:{&quot;x&quot;:0.016854968637368524,&quot;y&quot;:0.016854968637368524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4&quot;}},&quot;43949e12-1939-4ae0-a902-675541edf706&quot;:{&quot;type&quot;:&quot;FIGURE_OBJECT&quot;,&quot;id&quot;:&quot;43949e12-1939-4ae0-a902-675541edf706&quot;,&quot;name&quot;:&quot;Sphere&quot;,&quot;relativeTransform&quot;:{&quot;translate&quot;:{&quot;x&quot;:-102.64469030005274,&quot;y&quot;:23.79376882544726},&quot;rotate&quot;:0,&quot;skewX&quot;:0,&quot;scale&quot;:{&quot;x&quot;:0.016854968637368524,&quot;y&quot;:0.016854968637368524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5&quot;}},&quot;30bb0af0-c180-44cf-aa74-7a46cc9d05eb&quot;:{&quot;type&quot;:&quot;FIGURE_OBJECT&quot;,&quot;id&quot;:&quot;30bb0af0-c180-44cf-aa74-7a46cc9d05eb&quot;,&quot;name&quot;:&quot;Sphere&quot;,&quot;relativeTransform&quot;:{&quot;translate&quot;:{&quot;x&quot;:-110.98582727160874,&quot;y&quot;:12.231203912014086},&quot;rotate&quot;:0,&quot;skewX&quot;:0,&quot;scale&quot;:{&quot;x&quot;:0.016854968637368524,&quot;y&quot;:0.016854968637368524}},&quot;opacity&quot;:0.66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52&quot;}},&quot;597270e7-1cf4-4c8a-a5a4-fb4ae4798439&quot;:{&quot;type&quot;:&quot;FIGURE_OBJECT&quot;,&quot;id&quot;:&quot;597270e7-1cf4-4c8a-a5a4-fb4ae4798439&quot;,&quot;name&quot;:&quot;Sphere&quot;,&quot;relativeTransform&quot;:{&quot;translate&quot;:{&quot;x&quot;:-102.76465194116622,&quot;y&quot;:33.02102740600835},&quot;rotate&quot;:0,&quot;skewX&quot;:0,&quot;scale&quot;:{&quot;x&quot;:0.016854968637368524,&quot;y&quot;:0.016854968637368524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55&quot;}},&quot;29109a68-1ab9-4dee-a17d-2bf4dfa692e1&quot;:{&quot;type&quot;:&quot;FIGURE_OBJECT&quot;,&quot;id&quot;:&quot;29109a68-1ab9-4dee-a17d-2bf4dfa692e1&quot;,&quot;name&quot;:&quot;Sphere&quot;,&quot;relativeTransform&quot;:{&quot;translate&quot;:{&quot;x&quot;:-111.20423184998998,&quot;y&quot;:18.209575040368453},&quot;rotate&quot;:0,&quot;skewX&quot;:0,&quot;scale&quot;:{&quot;x&quot;:0.016854968637368524,&quot;y&quot;:0.016854968637368524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6&quot;}},&quot;eb085921-c7c6-4b55-b8d1-396df089df2b&quot;:{&quot;type&quot;:&quot;FIGURE_OBJECT&quot;,&quot;id&quot;:&quot;eb085921-c7c6-4b55-b8d1-396df089df2b&quot;,&quot;name&quot;:&quot;Sphere&quot;,&quot;relativeTransform&quot;:{&quot;translate&quot;:{&quot;x&quot;:-103.74709060217882,&quot;y&quot;:19.978404678785292},&quot;rotate&quot;:0,&quot;skewX&quot;:0,&quot;scale&quot;:{&quot;x&quot;:0.016854968637368524,&quot;y&quot;:0.016854968637368524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65&quot;}},&quot;74152d76-2e16-4ce3-9854-86dac13b17da&quot;:{&quot;type&quot;:&quot;FIGURE_OBJECT&quot;,&quot;id&quot;:&quot;74152d76-2e16-4ce3-9854-86dac13b17da&quot;,&quot;name&quot;:&quot;Sphere&quot;,&quot;relativeTransform&quot;:{&quot;translate&quot;:{&quot;x&quot;:-110.09513429853999,&quot;y&quot;:21.656002515425815},&quot;rotate&quot;:0,&quot;skewX&quot;:0,&quot;scale&quot;:{&quot;x&quot;:0.016854968637368524,&quot;y&quot;:0.016854968637368524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7&quot;}},&quot;1066a90b-019e-4e06-8525-0dc51a71bf0e&quot;:{&quot;type&quot;:&quot;FIGURE_OBJECT&quot;,&quot;id&quot;:&quot;1066a90b-019e-4e06-8525-0dc51a71bf0e&quot;,&quot;name&quot;:&quot;Sphere&quot;,&quot;relativeTransform&quot;:{&quot;translate&quot;:{&quot;x&quot;:-106.8237699129972,&quot;y&quot;:45.08348826628599},&quot;rotate&quot;:0,&quot;skewX&quot;:0,&quot;scale&quot;:{&quot;x&quot;:0.016854968637368524,&quot;y&quot;:0.016854968637368524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02&quot;}},&quot;dc457d0d-8384-406b-a2b4-5e0c2f82509e&quot;:{&quot;type&quot;:&quot;FIGURE_OBJECT&quot;,&quot;id&quot;:&quot;dc457d0d-8384-406b-a2b4-5e0c2f82509e&quot;,&quot;name&quot;:&quot;Sphere&quot;,&quot;relativeTransform&quot;:{&quot;translate&quot;:{&quot;x&quot;:-102.64494760744911,&quot;y&quot;:28.4998278852888},&quot;rotate&quot;:0,&quot;skewX&quot;:0,&quot;scale&quot;:{&quot;x&quot;:0.016854968637368524,&quot;y&quot;:0.016854968637368524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72&quot;}},&quot;f7e55678-f209-469a-95d4-6cc6abc88825&quot;:{&quot;type&quot;:&quot;FIGURE_OBJECT&quot;,&quot;id&quot;:&quot;f7e55678-f209-469a-95d4-6cc6abc88825&quot;,&quot;name&quot;:&quot;Sphere&quot;,&quot;relativeTransform&quot;:{&quot;translate&quot;:{&quot;x&quot;:-106.82376969104583,&quot;y&quot;:48.76517827871248},&quot;rotate&quot;:0,&quot;skewX&quot;:0,&quot;scale&quot;:{&quot;x&quot;:0.016854968637368524,&quot;y&quot;:0.016854968637368524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75&quot;}},&quot;bcc50529-970f-48a3-a0f6-71355940cba2&quot;:{&quot;type&quot;:&quot;FIGURE_OBJECT&quot;,&quot;id&quot;:&quot;bcc50529-970f-48a3-a0f6-71355940cba2&quot;,&quot;name&quot;:&quot;Sphere&quot;,&quot;relativeTransform&quot;:{&quot;translate&quot;:{&quot;x&quot;:-106.82353610617926,&quot;y&quot;:41.91676954742083},&quot;rotate&quot;:0,&quot;skewX&quot;:0,&quot;scale&quot;:{&quot;x&quot;:0.016854968637368524,&quot;y&quot;:0.016854968637368524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8&quot;}},&quot;05a06177-1e52-4d88-92e3-13ce6bd44b42&quot;:{&quot;type&quot;:&quot;FIGURE_OBJECT&quot;,&quot;id&quot;:&quot;05a06177-1e52-4d88-92e3-13ce6bd44b42&quot;,&quot;name&quot;:&quot;Sphere&quot;,&quot;relativeTransform&quot;:{&quot;translate&quot;:{&quot;x&quot;:-106.53105961630921,&quot;y&quot;:31.443929730735892},&quot;rotate&quot;:0,&quot;skewX&quot;:0,&quot;scale&quot;:{&quot;x&quot;:0.016854968637368524,&quot;y&quot;:0.016854968637368524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63315ed4-6d45-4f01-b167-f59d5029bf1b&quot;,&quot;order&quot;:&quot;9&quot;}},&quot;e02145f5-c537-408e-bdc5-4339c1c31125&quot;:{&quot;relativeTransform&quot;:{&quot;translate&quot;:{&quot;x&quot;:33.460580581323285,&quot;y&quot;:85.7527602637379},&quot;rotate&quot;:0},&quot;type&quot;:&quot;FIGURE_OBJECT&quot;,&quot;id&quot;:&quot;e02145f5-c537-408e-bdc5-4339c1c31125&quot;,&quot;name&quot;:&quot;Zoomed callout (square, shaded tail)&quot;,&quot;displayName&quot;:&quot;Zoomed callout (square, shaded tail)&quot;,&quot;opacity&quot;:1,&quot;source&quot;:{&quot;id&quot;:&quot;5edaa8d4ef788900aacae7cc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9&quot;},&quot;isPremium&quot;:true},&quot;a06c5c7a-6266-459a-a1df-0f1876ebd859&quot;:{&quot;type&quot;:&quot;FIGURE_OBJECT&quot;,&quot;id&quot;:&quot;a06c5c7a-6266-459a-a1df-0f1876ebd859&quot;,&quot;relativeTransform&quot;:{&quot;translate&quot;:{&quot;x&quot;:-35.39749260310645,&quot;y&quot;:3.420351227721947},&quot;rotate&quot;:-1.570796326794897,&quot;skewX&quot;:-5.694465740304209e-17},&quot;opacity&quot;:0.75,&quot;path&quot;:{&quot;type&quot;:&quot;TRIANGLE&quot;,&quot;size&quot;:{&quot;x&quot;:-52.640543804818996,&quot;y&quot;:27.606103708651414},&quot;cornerRounding&quot;:{&quot;type&quot;:&quot;ARC_LENGTH&quot;,&quot;global&quot;:0}},&quot;pathStyles&quot;:[{&quot;type&quot;:&quot;FILL&quot;,&quot;fillStyle&quot;:&quot;rgba(14, 51, 97, 0.32941176470588235)&quot;},{&quot;type&quot;:&quot;STROKE&quot;,&quot;strokeStyle&quot;:&quot;#95AAD3&quot;,&quot;lineWidth&quot;:0,&quot;lineJoin&quot;:&quot;round&quot;}],&quot;isLocked&quot;:false,&quot;parent&quot;:{&quot;type&quot;:&quot;CHILD&quot;,&quot;parentId&quot;:&quot;e02145f5-c537-408e-bdc5-4339c1c31125&quot;,&quot;order&quot;:&quot;2&quot;}},&quot;e1d14e60-4a9b-4cd8-94da-382323fc8524&quot;:{&quot;type&quot;:&quot;FIGURE_OBJECT&quot;,&quot;id&quot;:&quot;e1d14e60-4a9b-4cd8-94da-382323fc8524&quot;,&quot;relativeTransform&quot;:{&quot;translate&quot;:{&quot;x&quot;:0.6906194684263556,&quot;y&quot;:3.5327721844591613},&quot;rotate&quot;:0},&quot;opacity&quot;:1,&quot;path&quot;:{&quot;type&quot;:&quot;RECT&quot;,&quot;size&quot;:{&quot;x&quot;:43.95125316824265,&quot;y&quot;:52.24652090065876},&quot;cornerRounding&quot;:{&quot;type&quot;:&quot;ARC_LENGTH&quot;,&quot;global&quot;:0}},&quot;pathStyles&quot;:[{&quot;type&quot;:&quot;FILL&quot;,&quot;fillStyle&quot;:&quot;rgba(0,0,0,0)&quot;},{&quot;type&quot;:&quot;STROKE&quot;,&quot;strokeStyle&quot;:&quot;rgb(71, 84, 98)&quot;,&quot;lineWidth&quot;:0.618975403110415,&quot;lineJoin&quot;:&quot;round&quot;}],&quot;isLocked&quot;:false,&quot;parent&quot;:{&quot;type&quot;:&quot;CHILD&quot;,&quot;parentId&quot;:&quot;e02145f5-c537-408e-bdc5-4339c1c31125&quot;,&quot;order&quot;:&quot;5&quot;}},&quot;9c912a67-3c02-4076-87f0-2a5bfbfee69e&quot;:{&quot;type&quot;:&quot;FIGURE_OBJECT&quot;,&quot;id&quot;:&quot;9c912a67-3c02-4076-87f0-2a5bfbfee69e&quot;,&quot;relativeTransform&quot;:{&quot;translate&quot;:{&quot;x&quot;:160.08200856183447,&quot;y&quot;:29.9748535931139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6.6024042998444274,&quot;color&quot;:&quot;#232323&quot;,&quot;fontWeight&quot;:&quot;normal&quot;,&quot;fontStyle&quot;:&quot;normal&quot;,&quot;decoration&quot;:&quot;none&quot;,&quot;script&quot;:&quot;none&quot;},&quot;range&quot;:[0,60]}],&quot;text&quot;:&quot;Analysis to determine the concentration of analytes in sample&quot;}],&quot;verticalAlign&quot;:&quot;TOP&quot;,&quot;_lastCaretLocation&quot;:{&quot;lineIndex&quot;:0,&quot;runIndex&quot;:-1,&quot;charIndex&quot;:-1,&quot;endOfLine&quot;:true}},&quot;size&quot;:{&quot;x&quot;:107.37181613531757,&quot;y&quot;:15.301071964889458},&quot;targetSize&quot;:{&quot;x&quot;:107.37181613531757,&quot;y&quot;:15.301071964889458},&quot;format&quot;:&quot;BETTER_TEXT&quot;,&quot;verticalAlign&quot;:&quot;TOP&quot;},&quot;isLocked&quot;:false,&quot;parent&quot;:{&quot;type&quot;:&quot;CHILD&quot;,&quot;parentId&quot;:&quot;db3d186c-66d8-4593-972a-a2b7e4fbb26a&quot;,&quot;order&quot;:&quot;99999999975&quot;}},&quot;49db8f5d-a087-40e7-bb8f-1ba45b444f0a&quot;:{&quot;type&quot;:&quot;FIGURE_OBJECT&quot;,&quot;id&quot;:&quot;49db8f5d-a087-40e7-bb8f-1ba45b444f0a&quot;,&quot;relativeTransform&quot;:{&quot;translate&quot;:{&quot;x&quot;:99.57475660487798,&quot;y&quot;:26.7790648300245},&quot;rotate&quot;:0},&quot;layout&quot;:{&quot;sizeRatio&quot;:{&quot;x&quot;:0.88,&quot;y&quot;:0.88},&quot;keepAspectRatio&quot;:true},&quot;opacity&quot;:1,&quot;path&quot;:{&quot;type&quot;:&quot;ELLIPSE&quot;,&quot;size&quot;:{&quot;x&quot;:8.909494438710524,&quot;y&quot;:8.90949443871052}},&quot;pathStyles&quot;:[{&quot;type&quot;:&quot;FILL&quot;,&quot;fillStyle&quot;:&quot;rgba(255,255,255,1)&quot;},{&quot;type&quot;:&quot;STROKE&quot;,&quot;strokeStyle&quot;:&quot;rgba(0,0,0,1)&quot;,&quot;lineWidth&quot;:0.6058013213337143,&quot;lineJoin&quot;:&quot;round&quot;}],&quot;isLocked&quot;:false,&quot;parent&quot;:{&quot;type&quot;:&quot;CHILD&quot;,&quot;parentId&quot;:&quot;db3d186c-66d8-4593-972a-a2b7e4fbb26a&quot;,&quot;order&quot;:&quot;9999999998&quot;}},&quot;72ef66b7-7942-45ed-b0f6-5ca3baa495d1&quot;:{&quot;type&quot;:&quot;FIGURE_OBJECT&quot;,&quot;id&quot;:&quot;72ef66b7-7942-45ed-b0f6-5ca3baa495d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6.6024042998444274,&quot;color&quot;:&quot;rgb(0,0,0)&quot;,&quot;fontWeight&quot;:&quot;normal&quot;,&quot;fontStyle&quot;:&quot;normal&quot;,&quot;decoration&quot;:&quot;none&quot;,&quot;script&quot;:&quot;none&quot;},&quot;range&quot;:[0,0]}],&quot;text&quot;:&quot;6&quot;}],&quot;verticalAlign&quot;:&quot;TOP&quot;,&quot;_lastCaretLocation&quot;:{&quot;lineIndex&quot;:0,&quot;runIndex&quot;:-1,&quot;charIndex&quot;:-1,&quot;endOfLine&quot;:true}},&quot;size&quot;:{&quot;x&quot;:7.4634722788313645,&quot;y&quot;:7.840355106065257},&quot;targetSize&quot;:{&quot;x&quot;:7.4634722788313645,&quot;y&quot;:2},&quot;format&quot;:&quot;BETTER_TEXT&quot;,&quot;verticalAlign&quot;:&quot;TOP&quot;},&quot;parent&quot;:{&quot;type&quot;:&quot;CHILD&quot;,&quot;parentId&quot;:&quot;49db8f5d-a087-40e7-bb8f-1ba45b444f0a&quot;,&quot;order&quot;:&quot;5&quot;}},&quot;b85a0db1-aacb-4f11-acd9-c8b093cec114&quot;:{&quot;type&quot;:&quot;FIGURE_OBJECT&quot;,&quot;id&quot;:&quot;b85a0db1-aacb-4f11-acd9-c8b093cec114&quot;,&quot;relativeTransform&quot;:{&quot;translate&quot;:{&quot;x&quot;:118.94406112116418,&quot;y&quot;:82.03860004188759},&quot;rotate&quot;:-1.5707963267948966,&quot;skewX&quot;:-1.292148321380471e-32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21]}],&quot;text&quot;:&quot;Fluorescence intensity&quot;}],&quot;verticalAlign&quot;:&quot;TOP&quot;,&quot;_lastCaretLocation&quot;:{&quot;lineIndex&quot;:0,&quot;runIndex&quot;:-1,&quot;charIndex&quot;:-1,&quot;endOfLine&quot;:true}},&quot;size&quot;:{&quot;x&quot;:36.53945390552956,&quot;y&quot;:12.407018080124319},&quot;targetSize&quot;:{&quot;x&quot;:36.53945390552956,&quot;y&quot;:12.407018080124319},&quot;format&quot;:&quot;BETTER_TEXT&quot;,&quot;verticalAlign&quot;:&quot;TOP&quot;},&quot;isLocked&quot;:false,&quot;parent&quot;:{&quot;type&quot;:&quot;CHILD&quot;,&quot;parentId&quot;:&quot;db3d186c-66d8-4593-972a-a2b7e4fbb26a&quot;,&quot;order&quot;:&quot;999999999905&quot;}},&quot;836e5179-74fa-4253-9765-da9179d7fe9d&quot;:{&quot;type&quot;:&quot;FIGURE_OBJECT&quot;,&quot;id&quot;:&quot;836e5179-74fa-4253-9765-da9179d7fe9d&quot;,&quot;relativeTransform&quot;:{&quot;translate&quot;:{&quot;x&quot;:162.2944139575685,&quot;y&quot;:112.4499886321248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12]}],&quot;text&quot;:&quot;Concentration&quot;}],&quot;verticalAlign&quot;:&quot;TOP&quot;,&quot;_lastCaretLocation&quot;:{&quot;lineIndex&quot;:0,&quot;runIndex&quot;:-1,&quot;charIndex&quot;:-1,&quot;endOfLine&quot;:true}},&quot;size&quot;:{&quot;x&quot;:34.95366140355508,&quot;y&quot;:6.189754031104151},&quot;targetSize&quot;:{&quot;x&quot;:34.95366140355508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999991&quot;}},&quot;c94a6a69-4cf8-482a-b3fc-1edaaca6fd5a&quot;:{&quot;type&quot;:&quot;FIGURE_OBJECT&quot;,&quot;id&quot;:&quot;c94a6a69-4cf8-482a-b3fc-1edaaca6fd5a&quot;,&quot;relativeTransform&quot;:{&quot;translate&quot;:{&quot;x&quot;:164.1487516126105,&quot;y&quot;:87.26530673960887},&quot;rotate&quot;:-2.712036172720011e-16},&quot;opacity&quot;:1,&quot;path&quot;:{&quot;type&quot;:&quot;POLY_LINE&quot;,&quot;points&quot;:[{&quot;x&quot;:27.328472621879335,&quot;y&quot;:-30.575437138321913},{&quot;x&quot;:18.508391757987113,&quot;y&quot;:-26.326114458731904},{&quot;x&quot;:9.361527539655807,&quot;y&quot;:-21.56949099614436},{&quot;x&quot;:0.44446152862347155,&quot;y&quot;:-15.460889464942689},{&quot;x&quot;:-8.148849493109372,&quot;y&quot;:-7.133389198771559},{&quot;x&quot;:-17.29696365426445,&quot;y&quot;:2.5900356377281764},{&quot;x&quot;:-26.045475537951692,&quot;y&quot;:9.09987229353616},{&quot;x&quot;:-34.891184040695045,&quot;y&quot;:12.050520826228384}],&quot;closed&quot;:false,&quot;selectedObjectIds&quot;:[&quot;b1148083-3d2b-4dd1-a76f-0da67f4d8ea3&quot;],&quot;cornerRounding&quot;:{&quot;type&quot;:&quot;ARC_LENGTH&quot;,&quot;global&quot;:0}},&quot;pathStyles&quot;:[{&quot;type&quot;:&quot;FILL&quot;,&quot;fillStyle&quot;:&quot;transparent&quot;},{&quot;type&quot;:&quot;STROKE&quot;,&quot;strokeStyle&quot;:&quot;rgb(13, 215, 0)&quot;,&quot;lineWidth&quot;:0.618975403110415,&quot;lineJoin&quot;:&quot;round&quot;}],&quot;isLocked&quot;:false,&quot;parent&quot;:{&quot;type&quot;:&quot;CHILD&quot;,&quot;parentId&quot;:&quot;db3d186c-66d8-4593-972a-a2b7e4fbb26a&quot;,&quot;order&quot;:&quot;999999999915&quot;},&quot;connectorInfo&quot;:{&quot;connectedObjects&quot;:[],&quot;type&quot;:&quot;ELBOW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387d78c3-dfac-4ed1-852d-f4b7cbf344c0&quot;:{&quot;type&quot;:&quot;FIGURE_OBJECT&quot;,&quot;id&quot;:&quot;387d78c3-dfac-4ed1-852d-f4b7cbf344c0&quot;,&quot;relativeTransform&quot;:{&quot;translate&quot;:{&quot;x&quot;:186.6494532758448,&quot;y&quot;:80.33315846590587},&quot;rotate&quot;:2.4492935982947054e-16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1971428849548,&quot;color&quot;:&quot;#232323&quot;,&quot;fontWeight&quot;:&quot;normal&quot;,&quot;fontStyle&quot;:&quot;normal&quot;,&quot;decoration&quot;:&quot;none&quot;,&quot;script&quot;:&quot;none&quot;},&quot;range&quot;:[0,3]}],&quot;text&quot;:&quot;IL-4&quot;}],&quot;verticalAlign&quot;:&quot;TOP&quot;,&quot;_lastCaretLocation&quot;:{&quot;lineIndex&quot;:0,&quot;runIndex&quot;:-1,&quot;charIndex&quot;:-1,&quot;endOfLine&quot;:true}},&quot;size&quot;:{&quot;x&quot;:15.003395217916779,&quot;y&quot;:6.189754031104151},&quot;targetSize&quot;:{&quot;x&quot;:15.003395217916779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999993&quot;}},&quot;b88d299e-ebcb-4be3-b0c9-a226ca23c955&quot;:{&quot;type&quot;:&quot;FIGURE_OBJECT&quot;,&quot;id&quot;:&quot;b88d299e-ebcb-4be3-b0c9-a226ca23c955&quot;,&quot;relativeTransform&quot;:{&quot;translate&quot;:{&quot;x&quot;:176.19401562324228,&quot;y&quot;:93.77560882914825},&quot;rotate&quot;:0},&quot;opacity&quot;:1,&quot;path&quot;:{&quot;type&quot;:&quot;POLY_LINE&quot;,&quot;points&quot;:[{&quot;x&quot;:-1.967560759518644,&quot;y&quot;:0},{&quot;x&quot;:1.967560759518644,&quot;y&quot;:0}],&quot;closed&quot;:false},&quot;pathStyles&quot;:[{&quot;type&quot;:&quot;FILL&quot;,&quot;fillStyle&quot;:&quot;rgba(0,0,0,0)&quot;},{&quot;type&quot;:&quot;STROKE&quot;,&quot;strokeStyle&quot;:&quot;rgb(133, 80, 255)&quot;,&quot;lineWidth&quot;:0.618975403110415,&quot;lineJoin&quot;:&quot;round&quot;}],&quot;isLocked&quot;:false,&quot;parent&quot;:{&quot;type&quot;:&quot;CHILD&quot;,&quot;parentId&quot;:&quot;db3d186c-66d8-4593-972a-a2b7e4fbb26a&quot;,&quot;order&quot;:&quot;999999999925&quot;},&quot;connectorInfo&quot;:{&quot;connectedObjects&quot;:[],&quot;type&quot;:&quot;LINE&quot;,&quot;offset&quot;:{&quot;x&quot;:0,&quot;y&quot;:0},&quot;bending&quot;:0.1,&quot;firstElementIsHead&quot;:true,&quot;customized&quot;:false}},&quot;2cd94cb8-3fee-4fd7-88a8-10d2bbe9bf25&quot;:{&quot;type&quot;:&quot;FIGURE_OBJECT&quot;,&quot;id&quot;:&quot;2cd94cb8-3fee-4fd7-88a8-10d2bbe9bf25&quot;,&quot;relativeTransform&quot;:{&quot;translate&quot;:{&quot;x&quot;:176.19401562324228,&quot;y&quot;:87.05438364752705},&quot;rotate&quot;:0},&quot;opacity&quot;:1,&quot;path&quot;:{&quot;type&quot;:&quot;POLY_LINE&quot;,&quot;points&quot;:[{&quot;x&quot;:-1.967560759518644,&quot;y&quot;:0},{&quot;x&quot;:1.967560759518644,&quot;y&quot;:0}],&quot;closed&quot;:false},&quot;pathStyles&quot;:[{&quot;type&quot;:&quot;FILL&quot;,&quot;fillStyle&quot;:&quot;rgba(0,0,0,0)&quot;},{&quot;type&quot;:&quot;STROKE&quot;,&quot;strokeStyle&quot;:&quot;rgb(0, 181, 248)&quot;,&quot;lineWidth&quot;:0.618975403110415,&quot;lineJoin&quot;:&quot;round&quot;}],&quot;isLocked&quot;:false,&quot;parent&quot;:{&quot;type&quot;:&quot;CHILD&quot;,&quot;parentId&quot;:&quot;db3d186c-66d8-4593-972a-a2b7e4fbb26a&quot;,&quot;order&quot;:&quot;99999999994&quot;},&quot;connectorInfo&quot;:{&quot;connectedObjects&quot;:[],&quot;type&quot;:&quot;LINE&quot;,&quot;offset&quot;:{&quot;x&quot;:0,&quot;y&quot;:0},&quot;bending&quot;:0.1,&quot;firstElementIsHead&quot;:true,&quot;customized&quot;:false}},&quot;39370c4e-91f1-4897-8f39-ece33f93b6c6&quot;:{&quot;type&quot;:&quot;FIGURE_OBJECT&quot;,&quot;id&quot;:&quot;39370c4e-91f1-4897-8f39-ece33f93b6c6&quot;,&quot;relativeTransform&quot;:{&quot;translate&quot;:{&quot;x&quot;:162.64984577888555,&quot;y&quot;:82.22824451912905},&quot;rotate&quot;:0},&quot;opacity&quot;:1,&quot;path&quot;:{&quot;type&quot;:&quot;POLY_LINE&quot;,&quot;points&quot;:[{&quot;x&quot;:-35.39753715717867,&quot;y&quot;:-25.64168981912041},{&quot;x&quot;:-35.39753715717867,&quot;y&quot;:25.262400864637456},{&quot;x&quot;:31.294915577697587,&quot;y&quot;:25.262400864637456}],&quot;closed&quot;:false},&quot;pathStyles&quot;:[{&quot;type&quot;:&quot;FILL&quot;,&quot;fillStyle&quot;:&quot;transparent&quot;},{&quot;type&quot;:&quot;STROKE&quot;,&quot;strokeStyle&quot;:&quot;#232323&quot;,&quot;lineWidth&quot;:0.41265026874027666,&quot;lineJoin&quot;:&quot;round&quot;}],&quot;pathMarkers&quot;:{},&quot;isLocked&quot;:false,&quot;parent&quot;:{&quot;type&quot;:&quot;CHILD&quot;,&quot;parentId&quot;:&quot;db3d186c-66d8-4593-972a-a2b7e4fbb26a&quot;,&quot;order&quot;:&quot;99999999992&quot;}},&quot;47fe3491-ed2e-4fda-a1dd-18c89faa21aa&quot;:{&quot;type&quot;:&quot;FIGURE_OBJECT&quot;,&quot;id&quot;:&quot;47fe3491-ed2e-4fda-a1dd-18c89faa21aa&quot;,&quot;relativeTransform&quot;:{&quot;translate&quot;:{&quot;x&quot;:176.19401562324228,&quot;y&quot;:80.33315846590587},&quot;rotate&quot;:0},&quot;opacity&quot;:1,&quot;path&quot;:{&quot;type&quot;:&quot;POLY_LINE&quot;,&quot;points&quot;:[{&quot;x&quot;:-1.967560759518644,&quot;y&quot;:0},{&quot;x&quot;:1.967560759518644,&quot;y&quot;:0}],&quot;closed&quot;:false},&quot;pathStyles&quot;:[{&quot;type&quot;:&quot;FILL&quot;,&quot;fillStyle&quot;:&quot;rgba(0,0,0,0)&quot;},{&quot;type&quot;:&quot;STROKE&quot;,&quot;strokeStyle&quot;:&quot;rgb(13, 215, 0)&quot;,&quot;lineWidth&quot;:0.618975403110415,&quot;lineJoin&quot;:&quot;round&quot;}],&quot;isLocked&quot;:false,&quot;parent&quot;:{&quot;type&quot;:&quot;CHILD&quot;,&quot;parentId&quot;:&quot;db3d186c-66d8-4593-972a-a2b7e4fbb26a&quot;,&quot;order&quot;:&quot;99999999995&quot;},&quot;connectorInfo&quot;:{&quot;connectedObjects&quot;:[],&quot;type&quot;:&quot;LINE&quot;,&quot;offset&quot;:{&quot;x&quot;:0,&quot;y&quot;:0},&quot;bending&quot;:0.1,&quot;firstElementIsHead&quot;:true,&quot;customized&quot;:false}},&quot;67b4be06-e151-4159-9141-5c25ee3a3707&quot;:{&quot;type&quot;:&quot;FIGURE_OBJECT&quot;,&quot;id&quot;:&quot;67b4be06-e151-4159-9141-5c25ee3a3707&quot;,&quot;relativeTransform&quot;:{&quot;translate&quot;:{&quot;x&quot;:164.1485767440441,&quot;y&quot;:89.22486304355513},&quot;rotate&quot;:-2.712036172720011e-16},&quot;opacity&quot;:1,&quot;path&quot;:{&quot;type&quot;:&quot;POLY_LINE&quot;,&quot;points&quot;:[{&quot;x&quot;:27.328472621879335,&quot;y&quot;:-30.575437138321913},{&quot;x&quot;:18.508391757987113,&quot;y&quot;:-26.75922894863965},{&quot;x&quot;:9.305648357273512,&quot;y&quot;:-22.250099480285105},{&quot;x&quot;:0.5003407110057678,&quot;y&quot;:-15.832130456292186},{&quot;x&quot;:-8.148849493109372,&quot;y&quot;:-7.133389198771559},{&quot;x&quot;:-17.24108447188215,&quot;y&quot;:3.146897124752419},{&quot;x&quot;:-25.989596355569393,&quot;y&quot;:9.780480777676907},{&quot;x&quot;:-34.779425675930455,&quot;y&quot;:12.731129310369118}],&quot;closed&quot;:false,&quot;selectedObjectIds&quot;:[&quot;b1148083-3d2b-4dd1-a76f-0da67f4d8ea3&quot;],&quot;cornerRounding&quot;:{&quot;type&quot;:&quot;ARC_LENGTH&quot;,&quot;global&quot;:0}},&quot;pathStyles&quot;:[{&quot;type&quot;:&quot;FILL&quot;,&quot;fillStyle&quot;:&quot;transparent&quot;},{&quot;type&quot;:&quot;STROKE&quot;,&quot;strokeStyle&quot;:&quot;rgb(0, 181, 248)&quot;,&quot;lineWidth&quot;:0.618975403110415,&quot;lineJoin&quot;:&quot;round&quot;}],&quot;isLocked&quot;:false,&quot;parent&quot;:{&quot;type&quot;:&quot;CHILD&quot;,&quot;parentId&quot;:&quot;db3d186c-66d8-4593-972a-a2b7e4fbb26a&quot;,&quot;order&quot;:&quot;999999999955&quot;},&quot;connectorInfo&quot;:{&quot;connectedObjects&quot;:[],&quot;type&quot;:&quot;ELBOW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00b6c917-7510-4983-93a1-f7b4cc758b17&quot;:{&quot;type&quot;:&quot;FIGURE_OBJECT&quot;,&quot;id&quot;:&quot;00b6c917-7510-4983-93a1-f7b4cc758b17&quot;,&quot;relativeTransform&quot;:{&quot;translate&quot;:{&quot;x&quot;:164.14864422292837,&quot;y&quot;:91.0399879526616},&quot;rotate&quot;:-2.712036172720011e-16},&quot;opacity&quot;:1,&quot;path&quot;:{&quot;type&quot;:&quot;POLY_LINE&quot;,&quot;points&quot;:[{&quot;x&quot;:27.274556421176673,&quot;y&quot;:-31.351536388791423},{&quot;x&quot;:18.45447555728445,&quot;y&quot;:-27.356228372077734},{&quot;x&quot;:9.305648357273512,&quot;y&quot;:-22.250099480285105},{&quot;x&quot;:0.5003407110057678,&quot;y&quot;:-15.832130456292186},{&quot;x&quot;:-8.148849493109372,&quot;y&quot;:-7.133389198771559},{&quot;x&quot;:-17.24108447188215,&quot;y&quot;:3.146897124752419},{&quot;x&quot;:-25.989596355569393,&quot;y&quot;:9.780480777676907},{&quot;x&quot;:-34.725509475227796,&quot;y&quot;:14.880327234746257}],&quot;closed&quot;:false,&quot;selectedObjectIds&quot;:[&quot;969739eb-f0c6-4df8-a73d-96316265006e&quot;],&quot;cornerRounding&quot;:{&quot;type&quot;:&quot;ARC_LENGTH&quot;,&quot;global&quot;:0}},&quot;pathStyles&quot;:[{&quot;type&quot;:&quot;FILL&quot;,&quot;fillStyle&quot;:&quot;transparent&quot;},{&quot;type&quot;:&quot;STROKE&quot;,&quot;strokeStyle&quot;:&quot;rgb(133, 80, 255)&quot;,&quot;lineWidth&quot;:0.618975403110415,&quot;lineJoin&quot;:&quot;round&quot;}],&quot;isLocked&quot;:false,&quot;parent&quot;:{&quot;type&quot;:&quot;CHILD&quot;,&quot;parentId&quot;:&quot;db3d186c-66d8-4593-972a-a2b7e4fbb26a&quot;,&quot;order&quot;:&quot;99999999996&quot;},&quot;connectorInfo&quot;:{&quot;connectedObjects&quot;:[],&quot;type&quot;:&quot;ELBOW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a9e72930-ebff-4631-976a-c9583d2abed8&quot;:{&quot;type&quot;:&quot;FIGURE_OBJECT&quot;,&quot;id&quot;:&quot;a9e72930-ebff-4631-976a-c9583d2abed8&quot;,&quot;relativeTransform&quot;:{&quot;translate&quot;:{&quot;x&quot;:164.14829794466215,&quot;y&quot;:93.60243274706833},&quot;rotate&quot;:-2.712036172720011e-16},&quot;opacity&quot;:1,&quot;path&quot;:{&quot;type&quot;:&quot;POLY_LINE&quot;,&quot;points&quot;:[{&quot;x&quot;:27.274556421176673,&quot;y&quot;:-31.351536388791423},{&quot;x&quot;:18.45447555728445,&quot;y&quot;:-27.356228372077734},{&quot;x&quot;:9.305648357273512,&quot;y&quot;:-23.00688397014316},{&quot;x&quot;:0.5003407110057678,&quot;y&quot;:-15.832130456292186},{&quot;x&quot;:-8.148849493109372,&quot;y&quot;:-7.133389198771559},{&quot;x&quot;:-17.184128883035186,&quot;y&quot;:4.4082046078491715},{&quot;x&quot;:-25.989596355569393,&quot;y&quot;:9.780480777676907},{&quot;x&quot;:-34.55464270868695,&quot;y&quot;:13.177562132565638}],&quot;closed&quot;:false,&quot;selectedObjectIds&quot;:[&quot;969739eb-f0c6-4df8-a73d-96316265006e&quot;],&quot;cornerRounding&quot;:{&quot;type&quot;:&quot;ARC_LENGTH&quot;,&quot;global&quot;:0}},&quot;pathStyles&quot;:[{&quot;type&quot;:&quot;FILL&quot;,&quot;fillStyle&quot;:&quot;transparent&quot;},{&quot;type&quot;:&quot;STROKE&quot;,&quot;strokeStyle&quot;:&quot;rgb(255, 0, 178)&quot;,&quot;lineWidth&quot;:0.618975403110415,&quot;lineJoin&quot;:&quot;round&quot;}],&quot;isLocked&quot;:false,&quot;parent&quot;:{&quot;type&quot;:&quot;CHILD&quot;,&quot;parentId&quot;:&quot;db3d186c-66d8-4593-972a-a2b7e4fbb26a&quot;,&quot;order&quot;:&quot;999999999965&quot;},&quot;connectorInfo&quot;:{&quot;connectedObjects&quot;:[],&quot;type&quot;:&quot;ELBOW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e5a6ffc6-d3ad-410e-bfa6-3ecc98ce9f65&quot;:{&quot;type&quot;:&quot;FIGURE_OBJECT&quot;,&quot;id&quot;:&quot;e5a6ffc6-d3ad-410e-bfa6-3ecc98ce9f65&quot;,&quot;relativeTransform&quot;:{&quot;translate&quot;:{&quot;x&quot;:186.64954368418543,&quot;y&quot;:87.05438364752705},&quot;rotate&quot;:2.4492935982947054e-16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1906769146323,&quot;color&quot;:&quot;#232323&quot;,&quot;fontWeight&quot;:&quot;normal&quot;,&quot;fontStyle&quot;:&quot;normal&quot;,&quot;decoration&quot;:&quot;none&quot;,&quot;script&quot;:&quot;none&quot;},&quot;range&quot;:[0,4]}],&quot;text&quot;:&quot;IL-10&quot;}],&quot;verticalAlign&quot;:&quot;TOP&quot;,&quot;_lastCaretLocation&quot;:{&quot;lineIndex&quot;:0,&quot;runIndex&quot;:-1,&quot;charIndex&quot;:-1,&quot;endOfLine&quot;:true}},&quot;size&quot;:{&quot;x&quot;:15.00304982699106,&quot;y&quot;:6.189754031104151},&quot;targetSize&quot;:{&quot;x&quot;:15.00304982699106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999997&quot;}},&quot;7f7e9bd1-446f-4e82-b2ce-e1c7457884d5&quot;:{&quot;type&quot;:&quot;FIGURE_OBJECT&quot;,&quot;id&quot;:&quot;7f7e9bd1-446f-4e82-b2ce-e1c7457884d5&quot;,&quot;relativeTransform&quot;:{&quot;translate&quot;:{&quot;x&quot;:186.64942073585325,&quot;y&quot;:93.77560882914825},&quot;rotate&quot;:2.4492935982947054e-16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4]}],&quot;text&quot;:&quot;IFN-α&quot;}],&quot;verticalAlign&quot;:&quot;TOP&quot;,&quot;_lastCaretLocation&quot;:{&quot;lineIndex&quot;:0,&quot;runIndex&quot;:-1,&quot;charIndex&quot;:-1,&quot;endOfLine&quot;:true}},&quot;size&quot;:{&quot;x&quot;:15.002728757811497,&quot;y&quot;:6.189754031104151},&quot;targetSize&quot;:{&quot;x&quot;:15.002728757811497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9999975&quot;}},&quot;1ad38705-76b2-43b0-a005-87e137132131&quot;:{&quot;type&quot;:&quot;FIGURE_OBJECT&quot;,&quot;id&quot;:&quot;1ad38705-76b2-43b0-a005-87e137132131&quot;,&quot;relativeTransform&quot;:{&quot;translate&quot;:{&quot;x&quot;:186.64949590836855,&quot;y&quot;:100.49683401076943},&quot;rotate&quot;:2.4492935982947054e-16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502003583203689,&quot;color&quot;:&quot;#232323&quot;,&quot;fontWeight&quot;:&quot;normal&quot;,&quot;fontStyle&quot;:&quot;normal&quot;,&quot;decoration&quot;:&quot;none&quot;,&quot;script&quot;:&quot;none&quot;},&quot;range&quot;:[0,4]}],&quot;text&quot;:&quot;IFN-γ&quot;}],&quot;verticalAlign&quot;:&quot;TOP&quot;,&quot;_lastCaretLocation&quot;:{&quot;lineIndex&quot;:0,&quot;runIndex&quot;:-1,&quot;charIndex&quot;:-1,&quot;endOfLine&quot;:true}},&quot;size&quot;:{&quot;x&quot;:15.002728757811497,&quot;y&quot;:6.189754031104151},&quot;targetSize&quot;:{&quot;x&quot;:15.002728757811497,&quot;y&quot;:6.189754031104151},&quot;format&quot;:&quot;BETTER_TEXT&quot;,&quot;verticalAlign&quot;:&quot;TOP&quot;},&quot;isLocked&quot;:false,&quot;parent&quot;:{&quot;type&quot;:&quot;CHILD&quot;,&quot;parentId&quot;:&quot;db3d186c-66d8-4593-972a-a2b7e4fbb26a&quot;,&quot;order&quot;:&quot;99999999998&quot;}},&quot;224d69d4-ea4f-4b05-91c6-35dafc676fa6&quot;:{&quot;type&quot;:&quot;FIGURE_OBJECT&quot;,&quot;id&quot;:&quot;224d69d4-ea4f-4b05-91c6-35dafc676fa6&quot;,&quot;relativeTransform&quot;:{&quot;translate&quot;:{&quot;x&quot;:176.19401562324228,&quot;y&quot;:100.49683401076945},&quot;rotate&quot;:0},&quot;opacity&quot;:1,&quot;path&quot;:{&quot;type&quot;:&quot;POLY_LINE&quot;,&quot;points&quot;:[{&quot;x&quot;:-1.967560759518644,&quot;y&quot;:0},{&quot;x&quot;:1.967560759518644,&quot;y&quot;:0}],&quot;closed&quot;:false},&quot;pathStyles&quot;:[{&quot;type&quot;:&quot;FILL&quot;,&quot;fillStyle&quot;:&quot;rgba(0,0,0,0)&quot;},{&quot;type&quot;:&quot;STROKE&quot;,&quot;strokeStyle&quot;:&quot;rgb(255, 0, 178)&quot;,&quot;lineWidth&quot;:0.618975403110415,&quot;lineJoin&quot;:&quot;round&quot;}],&quot;isLocked&quot;:false,&quot;parent&quot;:{&quot;type&quot;:&quot;CHILD&quot;,&quot;parentId&quot;:&quot;db3d186c-66d8-4593-972a-a2b7e4fbb26a&quot;,&quot;order&quot;:&quot;99999999999&quot;},&quot;connectorInfo&quot;:{&quot;connectedObjects&quot;:[],&quot;type&quot;:&quot;LINE&quot;,&quot;offset&quot;:{&quot;x&quot;:0,&quot;y&quot;:0},&quot;bending&quot;:0.1,&quot;firstElementIsHead&quot;:true,&quot;customized&quot;:false}},&quot;ad59a11a-6372-4d86-b063-bec10a8f00bc&quot;:{&quot;type&quot;:&quot;FIGURE_OBJECT&quot;,&quot;id&quot;:&quot;ad59a11a-6372-4d86-b063-bec10a8f00bc&quot;,&quot;parent&quot;:{&quot;type&quot;:&quot;CHILD&quot;,&quot;parentId&quot;:&quot;db3d186c-66d8-4593-972a-a2b7e4fbb26a&quot;,&quot;order&quot;:&quot;999999991&quot;},&quot;relativeTransform&quot;:{&quot;translate&quot;:{&quot;x&quot;:38.702444784336485,&quot;y&quot;:-0.9493240952121934},&quot;rotate&quot;:0}},&quot;e0a78487-a527-478b-925f-d2d53f74fa3e&quot;:{&quot;type&quot;:&quot;FIGURE_OBJECT&quot;,&quot;id&quot;:&quot;e0a78487-a527-478b-925f-d2d53f74fa3e&quot;,&quot;name&quot;:&quot;Sphere&quot;,&quot;relativeTransform&quot;:{&quot;translate&quot;:{&quot;x&quot;:-222.72339743910518,&quot;y&quot;:-20.329712416990358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02&quot;}},&quot;198d0f91-3a72-4eea-9358-a657a9f836d6&quot;:{&quot;type&quot;:&quot;FIGURE_OBJECT&quot;,&quot;id&quot;:&quot;198d0f91-3a72-4eea-9358-a657a9f836d6&quot;,&quot;name&quot;:&quot;Sphere&quot;,&quot;relativeTransform&quot;:{&quot;translate&quot;:{&quot;x&quot;:-201.06972966426517,&quot;y&quot;:-16.70530356401361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05&quot;}},&quot;7c552191-546d-4832-ab77-a8c6b6017739&quot;:{&quot;type&quot;:&quot;FIGURE_OBJECT&quot;,&quot;id&quot;:&quot;7c552191-546d-4832-ab77-a8c6b6017739&quot;,&quot;name&quot;:&quot;Sphere&quot;,&quot;relativeTransform&quot;:{&quot;translate&quot;:{&quot;x&quot;:-205.07966814108744,&quot;y&quot;:-20.715242040835875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1&quot;}},&quot;37b48d3e-7c21-4346-85e1-53e6bb9d7e04&quot;:{&quot;type&quot;:&quot;FIGURE_OBJECT&quot;,&quot;id&quot;:&quot;37b48d3e-7c21-4346-85e1-53e6bb9d7e04&quot;,&quot;name&quot;:&quot;Sphere&quot;,&quot;relativeTransform&quot;:{&quot;translate&quot;:{&quot;x&quot;:-198.12910811459554,&quot;y&quot;:-24.606980125600735},&quot;rotate&quot;:0,&quot;skewX&quot;:0,&quot;scale&quot;:{&quot;x&quot;:0.01849846973819202,&quot;y&quot;:0.01849846973819202}},&quot;opacity&quot;:0.66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15&quot;}},&quot;c74af36a-1019-4510-9289-843355d9c34c&quot;:{&quot;type&quot;:&quot;FIGURE_OBJECT&quot;,&quot;id&quot;:&quot;c74af36a-1019-4510-9289-843355d9c34c&quot;,&quot;name&quot;:&quot;Sphere&quot;,&quot;relativeTransform&quot;:{&quot;translate&quot;:{&quot;x&quot;:-211.76289893579113,&quot;y&quot;:-23.003004734871926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2&quot;}},&quot;10cec980-ded9-49cb-88d6-2b5c56991646&quot;:{&quot;type&quot;:&quot;FIGURE_OBJECT&quot;,&quot;id&quot;:&quot;10cec980-ded9-49cb-88d6-2b5c56991646&quot;,&quot;name&quot;:&quot;Sphere&quot;,&quot;relativeTransform&quot;:{&quot;translate&quot;:{&quot;x&quot;:-217.4634962307106,&quot;y&quot;:-27.029971740421313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25&quot;}},&quot;2d7f80ba-5ad0-4734-83c9-218ee0a73071&quot;:{&quot;type&quot;:&quot;FIGURE_OBJECT&quot;,&quot;id&quot;:&quot;2d7f80ba-5ad0-4734-83c9-218ee0a73071&quot;,&quot;name&quot;:&quot;Sphere&quot;,&quot;relativeTransform&quot;:{&quot;translate&quot;:{&quot;x&quot;:-216.8421543397659,&quot;y&quot;:-21.666358575931138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3&quot;}},&quot;f1a56c1f-440a-4220-94bc-a5baa58e0c2c&quot;:{&quot;type&quot;:&quot;FIGURE_OBJECT&quot;,&quot;id&quot;:&quot;f1a56c1f-440a-4220-94bc-a5baa58e0c2c&quot;,&quot;name&quot;:&quot;Sphere&quot;,&quot;relativeTransform&quot;:{&quot;translate&quot;:{&quot;x&quot;:-213.9015327900963,&quot;y&quot;:-17.65642009910897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4&quot;}},&quot;07af11bd-9fbe-4f22-9b1c-a1a59f683284&quot;:{&quot;type&quot;:&quot;FIGURE_OBJECT&quot;,&quot;id&quot;:&quot;07af11bd-9fbe-4f22-9b1c-a1a59f683284&quot;,&quot;name&quot;:&quot;Sphere&quot;,&quot;relativeTransform&quot;:{&quot;translate&quot;:{&quot;x&quot;:-197.24444840495602,&quot;y&quot;:-18.605368479690334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5&quot;}},&quot;94d7643e-a4b8-4e55-8204-79f4cb090068&quot;:{&quot;type&quot;:&quot;FIGURE_OBJECT&quot;,&quot;id&quot;:&quot;94d7643e-a4b8-4e55-8204-79f4cb090068&quot;,&quot;name&quot;:&quot;Sphere&quot;,&quot;relativeTransform&quot;:{&quot;translate&quot;:{&quot;x&quot;:-207.35397231783332,&quot;y&quot;:-27.366955870850564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52&quot;}},&quot;b122df23-47eb-4ef7-a8bd-c84237bee918&quot;:{&quot;type&quot;:&quot;FIGURE_OBJECT&quot;,&quot;id&quot;:&quot;b122df23-47eb-4ef7-a8bd-c84237bee918&quot;,&quot;name&quot;:&quot;Sphere&quot;,&quot;relativeTransform&quot;:{&quot;translate&quot;:{&quot;x&quot;:-224.86203129341035,&quot;y&quot;:-25.4089678209652},&quot;rotate&quot;:0,&quot;skewX&quot;:0,&quot;scale&quot;:{&quot;x&quot;:0.01849846973819202,&quot;y&quot;:0.01849846973819202}},&quot;opacity&quot;:0.66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55&quot;}},&quot;489be862-8f97-498d-aaef-05e547ba34cf&quot;:{&quot;type&quot;:&quot;FIGURE_OBJECT&quot;,&quot;id&quot;:&quot;489be862-8f97-498d-aaef-05e547ba34cf&quot;,&quot;name&quot;:&quot;Sphere&quot;,&quot;relativeTransform&quot;:{&quot;translate&quot;:{&quot;x&quot;:-207.4856312271808,&quot;y&quot;:-17.239962027589936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6&quot;}},&quot;f58a103d-effd-441d-89b6-973356396be1&quot;:{&quot;type&quot;:&quot;FIGURE_OBJECT&quot;,&quot;id&quot;:&quot;f58a103d-effd-441d-89b6-973356396be1&quot;,&quot;name&quot;:&quot;Sphere&quot;,&quot;relativeTransform&quot;:{&quot;translate&quot;:{&quot;x&quot;:-226.46600668413922,&quot;y&quot;:-16.85443240374452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65&quot;}},&quot;02ac3fbe-46a7-45d9-add8-182e593696a5&quot;:{&quot;type&quot;:&quot;FIGURE_OBJECT&quot;,&quot;id&quot;:&quot;02ac3fbe-46a7-45d9-add8-182e593696a5&quot;,&quot;name&quot;:&quot;Sphere&quot;,&quot;relativeTransform&quot;:{&quot;translate&quot;:{&quot;x&quot;:-219.51544665764737,&quot;y&quot;:-17.121761635532685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7&quot;}},&quot;8485c977-040c-4b7d-a4db-91d24802eedf&quot;:{&quot;type&quot;:&quot;FIGURE_OBJECT&quot;,&quot;id&quot;:&quot;8485c977-040c-4b7d-a4db-91d24802eedf&quot;,&quot;name&quot;:&quot;Sphere&quot;,&quot;relativeTransform&quot;:{&quot;translate&quot;:{&quot;x&quot;:-203.64714688311153,&quot;y&quot;:-24.334098696987418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75&quot;}},&quot;261d4c8d-e523-4bb6-864b-6b81c4f6740e&quot;:{&quot;type&quot;:&quot;FIGURE_OBJECT&quot;,&quot;id&quot;:&quot;261d4c8d-e523-4bb6-864b-6b81c4f6740e&quot;,&quot;name&quot;:&quot;Sphere&quot;,&quot;relativeTransform&quot;:{&quot;translate&quot;:{&quot;x&quot;:-197.91841666581445,&quot;y&quot;:-30.736797175143032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8&quot;}},&quot;ef200960-13ec-4ceb-b659-f267a4ab4cfb&quot;:{&quot;type&quot;:&quot;FIGURE_OBJECT&quot;,&quot;id&quot;:&quot;ef200960-13ec-4ceb-b659-f267a4ab4cfb&quot;,&quot;name&quot;:&quot;Sphere&quot;,&quot;relativeTransform&quot;:{&quot;translate&quot;:{&quot;x&quot;:-207.35397231783332,&quot;y&quot;:-23.99711456655817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d59a11a-6372-4d86-b063-bec10a8f00bc&quot;,&quot;order&quot;:&quot;9&quot;}},&quot;52ffd033-3f26-48c7-bbba-d6901f3c4cc0&quot;:{&quot;type&quot;:&quot;FIGURE_OBJECT&quot;,&quot;id&quot;:&quot;52ffd033-3f26-48c7-bbba-d6901f3c4cc0&quot;,&quot;parent&quot;:{&quot;type&quot;:&quot;CHILD&quot;,&quot;parentId&quot;:&quot;db3d186c-66d8-4593-972a-a2b7e4fbb26a&quot;,&quot;order&quot;:&quot;9999999999998&quot;},&quot;relativeTransform&quot;:{&quot;translate&quot;:{&quot;x&quot;:17.099330672379836,&quot;y&quot;:-0.9491633474418494},&quot;rotate&quot;:0}},&quot;74902ca7-c041-4fe4-bc3f-551dc6b67cdb&quot;:{&quot;type&quot;:&quot;FIGURE_OBJECT&quot;,&quot;id&quot;:&quot;74902ca7-c041-4fe4-bc3f-551dc6b67cdb&quot;,&quot;name&quot;:&quot;Sphere&quot;,&quot;relativeTransform&quot;:{&quot;translate&quot;:{&quot;x&quot;:-49.08683241041112,&quot;y&quot;:-20.329873164760706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02&quot;}},&quot;a030346e-7e7b-4bb0-9dfb-580b38c6b3e2&quot;:{&quot;type&quot;:&quot;FIGURE_OBJECT&quot;,&quot;id&quot;:&quot;a030346e-7e7b-4bb0-9dfb-580b38c6b3e2&quot;,&quot;name&quot;:&quot;Sphere&quot;,&quot;relativeTransform&quot;:{&quot;translate&quot;:{&quot;x&quot;:-27.433164635571096,&quot;y&quot;:-16.70546431178396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05&quot;}},&quot;6f6a28bd-a667-418f-809c-edded7cc8127&quot;:{&quot;type&quot;:&quot;FIGURE_OBJECT&quot;,&quot;id&quot;:&quot;6f6a28bd-a667-418f-809c-edded7cc8127&quot;,&quot;name&quot;:&quot;Sphere&quot;,&quot;relativeTransform&quot;:{&quot;translate&quot;:{&quot;x&quot;:-31.443103112393338,&quot;y&quot;:-20.715402788606223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1&quot;}},&quot;36ae3a20-282a-4100-b0e8-ed8e542854a2&quot;:{&quot;type&quot;:&quot;FIGURE_OBJECT&quot;,&quot;id&quot;:&quot;36ae3a20-282a-4100-b0e8-ed8e542854a2&quot;,&quot;name&quot;:&quot;Sphere&quot;,&quot;relativeTransform&quot;:{&quot;translate&quot;:{&quot;x&quot;:-24.492543085901445,&quot;y&quot;:-24.607140873371083},&quot;rotate&quot;:0,&quot;skewX&quot;:0,&quot;scale&quot;:{&quot;x&quot;:0.01849846973819202,&quot;y&quot;:0.01849846973819202}},&quot;opacity&quot;:0.66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15&quot;}},&quot;54d0996c-5d0b-4970-b494-9493366d06b8&quot;:{&quot;type&quot;:&quot;FIGURE_OBJECT&quot;,&quot;id&quot;:&quot;54d0996c-5d0b-4970-b494-9493366d06b8&quot;,&quot;name&quot;:&quot;Sphere&quot;,&quot;relativeTransform&quot;:{&quot;translate&quot;:{&quot;x&quot;:-38.12633390709704,&quot;y&quot;:-23.003165482642274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2&quot;}},&quot;b6bd8f23-3091-4978-8e7b-8fd3b5a4f8ee&quot;:{&quot;type&quot;:&quot;FIGURE_OBJECT&quot;,&quot;id&quot;:&quot;b6bd8f23-3091-4978-8e7b-8fd3b5a4f8ee&quot;,&quot;name&quot;:&quot;Sphere&quot;,&quot;relativeTransform&quot;:{&quot;translate&quot;:{&quot;x&quot;:-43.8269312020165,&quot;y&quot;:-27.03013248819167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25&quot;}},&quot;e50bff7b-b35e-4683-abf8-9e3425d346ec&quot;:{&quot;type&quot;:&quot;FIGURE_OBJECT&quot;,&quot;id&quot;:&quot;e50bff7b-b35e-4683-abf8-9e3425d346ec&quot;,&quot;name&quot;:&quot;Sphere&quot;,&quot;relativeTransform&quot;:{&quot;translate&quot;:{&quot;x&quot;:-43.20558931107183,&quot;y&quot;:-21.666519323701486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3&quot;}},&quot;1e3f54c5-636b-49d9-94b2-757d7299ad73&quot;:{&quot;type&quot;:&quot;FIGURE_OBJECT&quot;,&quot;id&quot;:&quot;1e3f54c5-636b-49d9-94b2-757d7299ad73&quot;,&quot;name&quot;:&quot;Sphere&quot;,&quot;relativeTransform&quot;:{&quot;translate&quot;:{&quot;x&quot;:-40.26496776140223,&quot;y&quot;:-17.656580846879322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4&quot;}},&quot;7f08de99-f6dc-43ca-a72b-83568ecdad60&quot;:{&quot;type&quot;:&quot;FIGURE_OBJECT&quot;,&quot;id&quot;:&quot;7f08de99-f6dc-43ca-a72b-83568ecdad60&quot;,&quot;name&quot;:&quot;Sphere&quot;,&quot;relativeTransform&quot;:{&quot;translate&quot;:{&quot;x&quot;:-23.607883376261935,&quot;y&quot;:-18.605529227460686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5&quot;}},&quot;e03da56a-fc9f-4f13-adf6-ffabb9395ad6&quot;:{&quot;type&quot;:&quot;FIGURE_OBJECT&quot;,&quot;id&quot;:&quot;e03da56a-fc9f-4f13-adf6-ffabb9395ad6&quot;,&quot;name&quot;:&quot;Sphere&quot;,&quot;relativeTransform&quot;:{&quot;translate&quot;:{&quot;x&quot;:-33.71740728913923,&quot;y&quot;:-27.36711661862091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52&quot;}},&quot;d5ebf5cf-9bc1-4460-ac1f-65c4cf377571&quot;:{&quot;type&quot;:&quot;FIGURE_OBJECT&quot;,&quot;id&quot;:&quot;d5ebf5cf-9bc1-4460-ac1f-65c4cf377571&quot;,&quot;name&quot;:&quot;Sphere&quot;,&quot;relativeTransform&quot;:{&quot;translate&quot;:{&quot;x&quot;:-51.22546626471627,&quot;y&quot;:-25.409128568735543},&quot;rotate&quot;:0,&quot;skewX&quot;:0,&quot;scale&quot;:{&quot;x&quot;:0.01849846973819202,&quot;y&quot;:0.01849846973819202}},&quot;opacity&quot;:0.66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55&quot;}},&quot;c3c6bebf-056f-4a1f-902a-f10da7666644&quot;:{&quot;type&quot;:&quot;FIGURE_OBJECT&quot;,&quot;id&quot;:&quot;c3c6bebf-056f-4a1f-902a-f10da7666644&quot;,&quot;name&quot;:&quot;Sphere&quot;,&quot;relativeTransform&quot;:{&quot;translate&quot;:{&quot;x&quot;:-33.84906619848669,&quot;y&quot;:-17.240122775360284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6&quot;}},&quot;1c13a19a-fba5-4832-805c-0dee007c2d4d&quot;:{&quot;type&quot;:&quot;FIGURE_OBJECT&quot;,&quot;id&quot;:&quot;1c13a19a-fba5-4832-805c-0dee007c2d4d&quot;,&quot;name&quot;:&quot;Sphere&quot;,&quot;relativeTransform&quot;:{&quot;translate&quot;:{&quot;x&quot;:-52.82944165544512,&quot;y&quot;:-16.854593151514873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65&quot;}},&quot;e3917180-c26d-44c7-9147-8fd5a85be6cc&quot;:{&quot;type&quot;:&quot;FIGURE_OBJECT&quot;,&quot;id&quot;:&quot;e3917180-c26d-44c7-9147-8fd5a85be6cc&quot;,&quot;name&quot;:&quot;Sphere&quot;,&quot;relativeTransform&quot;:{&quot;translate&quot;:{&quot;x&quot;:-45.87888162895326,&quot;y&quot;:-17.121922383303037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7&quot;}},&quot;2d003ea6-ad57-4efb-82e6-2780a085db5b&quot;:{&quot;type&quot;:&quot;FIGURE_OBJECT&quot;,&quot;id&quot;:&quot;2d003ea6-ad57-4efb-82e6-2780a085db5b&quot;,&quot;name&quot;:&quot;Sphere&quot;,&quot;relativeTransform&quot;:{&quot;translate&quot;:{&quot;x&quot;:-30.010581854417453,&quot;y&quot;:-24.334259444757766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75&quot;}},&quot;e1685ba4-f629-468f-b2d1-cf1c4e739ed5&quot;:{&quot;type&quot;:&quot;FIGURE_OBJECT&quot;,&quot;id&quot;:&quot;e1685ba4-f629-468f-b2d1-cf1c4e739ed5&quot;,&quot;name&quot;:&quot;Sphere&quot;,&quot;relativeTransform&quot;:{&quot;translate&quot;:{&quot;x&quot;:-24.281851637120337,&quot;y&quot;:-30.736957922913383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8&quot;}},&quot;a121458c-a097-40ed-b84d-fa18adfde7aa&quot;:{&quot;type&quot;:&quot;FIGURE_OBJECT&quot;,&quot;id&quot;:&quot;a121458c-a097-40ed-b84d-fa18adfde7aa&quot;,&quot;name&quot;:&quot;Sphere&quot;,&quot;relativeTransform&quot;:{&quot;translate&quot;:{&quot;x&quot;:-33.71740728913923,&quot;y&quot;:-23.99727531432852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2ffd033-3f26-48c7-bbba-d6901f3c4cc0&quot;,&quot;order&quot;:&quot;9&quot;}},&quot;0e3d4aef-b952-450d-a8a4-558c94f22c72&quot;:{&quot;type&quot;:&quot;FIGURE_OBJECT&quot;,&quot;id&quot;:&quot;0e3d4aef-b952-450d-a8a4-558c94f22c72&quot;,&quot;parent&quot;:{&quot;type&quot;:&quot;CHILD&quot;,&quot;parentId&quot;:&quot;db3d186c-66d8-4593-972a-a2b7e4fbb26a&quot;,&quot;order&quot;:&quot;999999973&quot;},&quot;relativeTransform&quot;:{&quot;translate&quot;:{&quot;x&quot;:2.147748277038884,&quot;y&quot;:-2.1093250633081766},&quot;rotate&quot;:0}},&quot;5d8b190b-aec1-4e43-9748-7b7b5a7c2a83&quot;:{&quot;type&quot;:&quot;FIGURE_OBJECT&quot;,&quot;id&quot;:&quot;5d8b190b-aec1-4e43-9748-7b7b5a7c2a83&quot;,&quot;name&quot;:&quot;Sphere&quot;,&quot;relativeTransform&quot;:{&quot;translate&quot;:{&quot;x&quot;:122.92277224613326,&quot;y&quot;:-19.169711448894372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02&quot;}},&quot;761345f0-3c37-46e3-b14c-c1d5d4f058ba&quot;:{&quot;type&quot;:&quot;FIGURE_OBJECT&quot;,&quot;id&quot;:&quot;761345f0-3c37-46e3-b14c-c1d5d4f058ba&quot;,&quot;name&quot;:&quot;Sphere&quot;,&quot;relativeTransform&quot;:{&quot;translate&quot;:{&quot;x&quot;:144.5764400209733,&quot;y&quot;:-15.545302595917626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05&quot;}},&quot;5eea2698-f1d1-48e2-a5f9-7a8206c75c2a&quot;:{&quot;type&quot;:&quot;FIGURE_OBJECT&quot;,&quot;id&quot;:&quot;5eea2698-f1d1-48e2-a5f9-7a8206c75c2a&quot;,&quot;name&quot;:&quot;Sphere&quot;,&quot;relativeTransform&quot;:{&quot;translate&quot;:{&quot;x&quot;:140.56650154415104,&quot;y&quot;:-19.55524107273989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1&quot;}},&quot;8f891b91-70c3-43c4-8cd6-cbeb912d4b71&quot;:{&quot;type&quot;:&quot;FIGURE_OBJECT&quot;,&quot;id&quot;:&quot;8f891b91-70c3-43c4-8cd6-cbeb912d4b71&quot;,&quot;name&quot;:&quot;Sphere&quot;,&quot;relativeTransform&quot;:{&quot;translate&quot;:{&quot;x&quot;:147.51706157064297,&quot;y&quot;:-23.446979157504753},&quot;rotate&quot;:0,&quot;skewX&quot;:0,&quot;scale&quot;:{&quot;x&quot;:0.01849846973819202,&quot;y&quot;:0.01849846973819202}},&quot;opacity&quot;:0.66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15&quot;}},&quot;aefcbd9c-bb07-4a4c-8b40-df1f8c6f7f3d&quot;:{&quot;type&quot;:&quot;FIGURE_OBJECT&quot;,&quot;id&quot;:&quot;aefcbd9c-bb07-4a4c-8b40-df1f8c6f7f3d&quot;,&quot;name&quot;:&quot;Sphere&quot;,&quot;relativeTransform&quot;:{&quot;translate&quot;:{&quot;x&quot;:133.88327074944738,&quot;y&quot;:-21.84300376677594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2&quot;}},&quot;4b2de286-b1ba-4127-970b-b1d16b4cf082&quot;:{&quot;type&quot;:&quot;FIGURE_OBJECT&quot;,&quot;id&quot;:&quot;4b2de286-b1ba-4127-970b-b1d16b4cf082&quot;,&quot;name&quot;:&quot;Sphere&quot;,&quot;relativeTransform&quot;:{&quot;translate&quot;:{&quot;x&quot;:128.1826734545279,&quot;y&quot;:-25.869970772325335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25&quot;}},&quot;d4cff639-8fcd-44f3-add3-f208ee3da4ee&quot;:{&quot;type&quot;:&quot;FIGURE_OBJECT&quot;,&quot;id&quot;:&quot;d4cff639-8fcd-44f3-add3-f208ee3da4ee&quot;,&quot;name&quot;:&quot;Sphere&quot;,&quot;relativeTransform&quot;:{&quot;translate&quot;:{&quot;x&quot;:128.80401534547255,&quot;y&quot;:-20.506357607835156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3&quot;}},&quot;3c4e22f6-542a-4445-9690-ae2a99bbad23&quot;:{&quot;type&quot;:&quot;FIGURE_OBJECT&quot;,&quot;id&quot;:&quot;3c4e22f6-542a-4445-9690-ae2a99bbad23&quot;,&quot;name&quot;:&quot;Sphere&quot;,&quot;relativeTransform&quot;:{&quot;translate&quot;:{&quot;x&quot;:131.74463689514218,&quot;y&quot;:-16.49641913101299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4&quot;}},&quot;c5468d1b-5b84-4545-ac8a-18f6799c3e71&quot;:{&quot;type&quot;:&quot;FIGURE_OBJECT&quot;,&quot;id&quot;:&quot;c5468d1b-5b84-4545-ac8a-18f6799c3e71&quot;,&quot;name&quot;:&quot;Sphere&quot;,&quot;relativeTransform&quot;:{&quot;translate&quot;:{&quot;x&quot;:148.4017212802825,&quot;y&quot;:-17.445367511594352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5&quot;}},&quot;7c78bd4a-32df-43a1-b4b7-ea6ed4172299&quot;:{&quot;type&quot;:&quot;FIGURE_OBJECT&quot;,&quot;id&quot;:&quot;7c78bd4a-32df-43a1-b4b7-ea6ed4172299&quot;,&quot;name&quot;:&quot;Sphere&quot;,&quot;relativeTransform&quot;:{&quot;translate&quot;:{&quot;x&quot;:138.29219736740515,&quot;y&quot;:-26.20695490275458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52&quot;}},&quot;e1978e22-4ecd-4aeb-97bc-9581d02dc3ef&quot;:{&quot;type&quot;:&quot;FIGURE_OBJECT&quot;,&quot;id&quot;:&quot;e1978e22-4ecd-4aeb-97bc-9581d02dc3ef&quot;,&quot;name&quot;:&quot;Sphere&quot;,&quot;relativeTransform&quot;:{&quot;translate&quot;:{&quot;x&quot;:120.78413839182814,&quot;y&quot;:-24.248966852869213},&quot;rotate&quot;:0,&quot;skewX&quot;:0,&quot;scale&quot;:{&quot;x&quot;:0.01849846973819202,&quot;y&quot;:0.01849846973819202}},&quot;opacity&quot;:0.66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55&quot;}},&quot;1bc6cee8-94f7-4d0a-961a-9c9310a63e50&quot;:{&quot;type&quot;:&quot;FIGURE_OBJECT&quot;,&quot;id&quot;:&quot;1bc6cee8-94f7-4d0a-961a-9c9310a63e50&quot;,&quot;name&quot;:&quot;Sphere&quot;,&quot;relativeTransform&quot;:{&quot;translate&quot;:{&quot;x&quot;:138.16053845805772,&quot;y&quot;:-16.079961059493954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6&quot;}},&quot;cd02fd40-732b-4538-9025-c89a549eb33c&quot;:{&quot;type&quot;:&quot;FIGURE_OBJECT&quot;,&quot;id&quot;:&quot;cd02fd40-732b-4538-9025-c89a549eb33c&quot;,&quot;name&quot;:&quot;Sphere&quot;,&quot;relativeTransform&quot;:{&quot;translate&quot;:{&quot;x&quot;:119.18016300109926,&quot;y&quot;:-15.694431435648541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65&quot;}},&quot;c37bc15d-4ede-4de0-b36d-5e134a73d1cf&quot;:{&quot;type&quot;:&quot;FIGURE_OBJECT&quot;,&quot;id&quot;:&quot;c37bc15d-4ede-4de0-b36d-5e134a73d1cf&quot;,&quot;name&quot;:&quot;Sphere&quot;,&quot;relativeTransform&quot;:{&quot;translate&quot;:{&quot;x&quot;:126.13072302759117,&quot;y&quot;:-15.961760667436703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7&quot;}},&quot;567f15a5-5b26-4eba-8181-e37a619e1829&quot;:{&quot;type&quot;:&quot;FIGURE_OBJECT&quot;,&quot;id&quot;:&quot;567f15a5-5b26-4eba-8181-e37a619e1829&quot;,&quot;name&quot;:&quot;Sphere&quot;,&quot;relativeTransform&quot;:{&quot;translate&quot;:{&quot;x&quot;:141.99902280212694,&quot;y&quot;:-23.174097728891436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75&quot;}},&quot;f45f7418-0b6a-4c35-adbf-cfaf7e97b7ac&quot;:{&quot;type&quot;:&quot;FIGURE_OBJECT&quot;,&quot;id&quot;:&quot;f45f7418-0b6a-4c35-adbf-cfaf7e97b7ac&quot;,&quot;name&quot;:&quot;Sphere&quot;,&quot;relativeTransform&quot;:{&quot;translate&quot;:{&quot;x&quot;:147.72775301942406,&quot;y&quot;:-29.57679620704705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8&quot;}},&quot;735c3e0f-a951-45ec-8492-40fad2c9b823&quot;:{&quot;type&quot;:&quot;FIGURE_OBJECT&quot;,&quot;id&quot;:&quot;735c3e0f-a951-45ec-8492-40fad2c9b823&quot;,&quot;name&quot;:&quot;Sphere&quot;,&quot;relativeTransform&quot;:{&quot;translate&quot;:{&quot;x&quot;:138.29219736740515,&quot;y&quot;:-22.83711359846219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0e3d4aef-b952-450d-a8a4-558c94f22c72&quot;,&quot;order&quot;:&quot;9&quot;}},&quot;de8091e5-64a5-4e2a-870a-d51aeea01c73&quot;:{&quot;type&quot;:&quot;FIGURE_OBJECT&quot;,&quot;id&quot;:&quot;de8091e5-64a5-4e2a-870a-d51aeea01c73&quot;,&quot;parent&quot;:{&quot;type&quot;:&quot;CHILD&quot;,&quot;parentId&quot;:&quot;db3d186c-66d8-4593-972a-a2b7e4fbb26a&quot;,&quot;order&quot;:&quot;9999993&quot;},&quot;relativeTransform&quot;:{&quot;translate&quot;:{&quot;x&quot;:27.789855536205838,&quot;y&quot;:-15.45860678760622},&quot;rotate&quot;:0}},&quot;4c1859a4-d53f-44bd-ae13-8ec2e5654231&quot;:{&quot;type&quot;:&quot;FIGURE_OBJECT&quot;,&quot;id&quot;:&quot;4c1859a4-d53f-44bd-ae13-8ec2e5654231&quot;,&quot;name&quot;:&quot;Sphere&quot;,&quot;relativeTransform&quot;:{&quot;translate&quot;:{&quot;x&quot;:-223.05594885441798,&quot;y&quot;:123.18666142648763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02&quot;}},&quot;887ba58f-d5d4-4543-bc49-7d2f33968d3d&quot;:{&quot;type&quot;:&quot;FIGURE_OBJECT&quot;,&quot;id&quot;:&quot;887ba58f-d5d4-4543-bc49-7d2f33968d3d&quot;,&quot;name&quot;:&quot;Sphere&quot;,&quot;relativeTransform&quot;:{&quot;translate&quot;:{&quot;x&quot;:-201.40228107957796,&quot;y&quot;:126.81107027946436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05&quot;}},&quot;05429613-4c8b-4b60-a3cf-11a910418922&quot;:{&quot;type&quot;:&quot;FIGURE_OBJECT&quot;,&quot;id&quot;:&quot;05429613-4c8b-4b60-a3cf-11a910418922&quot;,&quot;name&quot;:&quot;Sphere&quot;,&quot;relativeTransform&quot;:{&quot;translate&quot;:{&quot;x&quot;:-205.4122195564002,&quot;y&quot;:122.80113180264212},&quot;rotate&quot;:0,&quot;skewX&quot;:0,&quot;scale&quot;:{&quot;x&quot;:0.01849846973819202,&quot;y&quot;:0.01849846973819202}},&quot;opacity&quot;:1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1&quot;}},&quot;3a0c55a4-8779-4370-ac1e-c3e428bf1f39&quot;:{&quot;type&quot;:&quot;FIGURE_OBJECT&quot;,&quot;id&quot;:&quot;3a0c55a4-8779-4370-ac1e-c3e428bf1f39&quot;,&quot;name&quot;:&quot;Sphere&quot;,&quot;relativeTransform&quot;:{&quot;translate&quot;:{&quot;x&quot;:-198.46165952990836,&quot;y&quot;:118.90939371787724},&quot;rotate&quot;:0,&quot;skewX&quot;:0,&quot;scale&quot;:{&quot;x&quot;:0.01849846973819202,&quot;y&quot;:0.01849846973819202}},&quot;opacity&quot;:0.66,&quot;image&quot;:{&quot;url&quot;:&quot;https://icons.biorender.com/biorender/5b8847fb65c02914004ccfa2/sphere.png&quot;,&quot;fallbackUrl&quot;:&quot;https://res.cloudinary.com/dlcjuc3ej/image/upload/v1535657971/bqykai4zxx47rfwcl7qr.svg#/keystone/api/icons/5b8847fb65c02914004ccfa2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15&quot;}},&quot;001893f7-5ff7-4df9-8349-9b8af45da033&quot;:{&quot;type&quot;:&quot;FIGURE_OBJECT&quot;,&quot;id&quot;:&quot;001893f7-5ff7-4df9-8349-9b8af45da033&quot;,&quot;name&quot;:&quot;Sphere&quot;,&quot;relativeTransform&quot;:{&quot;translate&quot;:{&quot;x&quot;:-212.0954503511039,&quot;y&quot;:120.51336910860603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2&quot;}},&quot;95384b91-d04d-4691-99d8-d3298c434ec7&quot;:{&quot;type&quot;:&quot;FIGURE_OBJECT&quot;,&quot;id&quot;:&quot;95384b91-d04d-4691-99d8-d3298c434ec7&quot;,&quot;name&quot;:&quot;Sphere&quot;,&quot;relativeTransform&quot;:{&quot;translate&quot;:{&quot;x&quot;:-217.7960476460234,&quot;y&quot;:116.48640210305666},&quot;rotate&quot;:0,&quot;skewX&quot;:0,&quot;scale&quot;:{&quot;x&quot;:0.01849846973819202,&quot;y&quot;:0.01849846973819202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25&quot;}},&quot;c4770501-8120-4e77-8ef7-2b3afaedf3de&quot;:{&quot;type&quot;:&quot;FIGURE_OBJECT&quot;,&quot;id&quot;:&quot;c4770501-8120-4e77-8ef7-2b3afaedf3de&quot;,&quot;name&quot;:&quot;Sphere&quot;,&quot;relativeTransform&quot;:{&quot;translate&quot;:{&quot;x&quot;:-217.17470575507872,&quot;y&quot;:121.85001526754685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3&quot;}},&quot;d096b2bb-bf36-4b9b-86f5-8d9d3ec8d35e&quot;:{&quot;type&quot;:&quot;FIGURE_OBJECT&quot;,&quot;id&quot;:&quot;d096b2bb-bf36-4b9b-86f5-8d9d3ec8d35e&quot;,&quot;name&quot;:&quot;Sphere&quot;,&quot;relativeTransform&quot;:{&quot;translate&quot;:{&quot;x&quot;:-214.23408420540906,&quot;y&quot;:125.85995374436902},&quot;rotate&quot;:0,&quot;skewX&quot;:0,&quot;scale&quot;:{&quot;x&quot;:0.01849846973819202,&quot;y&quot;:0.01849846973819202}},&quot;opacity&quot;:0.66,&quot;image&quot;:{&quot;url&quot;:&quot;https://icons.biorender.com/biorender/5b8847fb65c02914004ccfa9/sphere.png&quot;,&quot;fallbackUrl&quot;:&quot;https://res.cloudinary.com/dlcjuc3ej/image/upload/v1535657971/b66ays1va60rulkb6luk.svg#/keystone/api/icons/5b8847fb65c02914004ccfa9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4&quot;}},&quot;528a5038-dbbc-4a95-b11f-c76ff01db5db&quot;:{&quot;type&quot;:&quot;FIGURE_OBJECT&quot;,&quot;id&quot;:&quot;528a5038-dbbc-4a95-b11f-c76ff01db5db&quot;,&quot;name&quot;:&quot;Sphere&quot;,&quot;relativeTransform&quot;:{&quot;translate&quot;:{&quot;x&quot;:-197.5769998202688,&quot;y&quot;:124.91100536378764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5&quot;}},&quot;e9e0037c-804d-402e-aa03-eb142f7d5a79&quot;:{&quot;type&quot;:&quot;FIGURE_OBJECT&quot;,&quot;id&quot;:&quot;e9e0037c-804d-402e-aa03-eb142f7d5a79&quot;,&quot;name&quot;:&quot;Sphere&quot;,&quot;relativeTransform&quot;:{&quot;translate&quot;:{&quot;x&quot;:-207.68652373314615,&quot;y&quot;:116.1494179726274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52&quot;}},&quot;cf03d4ef-3dc1-43b5-941c-3d8b52b1a793&quot;:{&quot;type&quot;:&quot;FIGURE_OBJECT&quot;,&quot;id&quot;:&quot;cf03d4ef-3dc1-43b5-941c-3d8b52b1a793&quot;,&quot;name&quot;:&quot;Sphere&quot;,&quot;relativeTransform&quot;:{&quot;translate&quot;:{&quot;x&quot;:-225.19458270872317,&quot;y&quot;:118.10740602251276},&quot;rotate&quot;:0,&quot;skewX&quot;:0,&quot;scale&quot;:{&quot;x&quot;:0.01849846973819202,&quot;y&quot;:0.01849846973819202}},&quot;opacity&quot;:0.66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55&quot;}},&quot;3c386675-9219-4232-8ff6-18186a082bfd&quot;:{&quot;type&quot;:&quot;FIGURE_OBJECT&quot;,&quot;id&quot;:&quot;3c386675-9219-4232-8ff6-18186a082bfd&quot;,&quot;name&quot;:&quot;Sphere&quot;,&quot;relativeTransform&quot;:{&quot;translate&quot;:{&quot;x&quot;:-207.81818264249355,&quot;y&quot;:126.27641181588805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6&quot;}},&quot;e0f01250-0059-4d91-9fd5-d18dfb695330&quot;:{&quot;type&quot;:&quot;FIGURE_OBJECT&quot;,&quot;id&quot;:&quot;e0f01250-0059-4d91-9fd5-d18dfb695330&quot;,&quot;name&quot;:&quot;Sphere&quot;,&quot;relativeTransform&quot;:{&quot;translate&quot;:{&quot;x&quot;:-226.79855809945204,&quot;y&quot;:126.66194143973345},&quot;rotate&quot;:0,&quot;skewX&quot;:0,&quot;scale&quot;:{&quot;x&quot;:0.01849846973819202,&quot;y&quot;:0.01849846973819202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65&quot;}},&quot;05264eb1-606a-4932-bae0-e94e7b56e214&quot;:{&quot;type&quot;:&quot;FIGURE_OBJECT&quot;,&quot;id&quot;:&quot;05264eb1-606a-4932-bae0-e94e7b56e214&quot;,&quot;name&quot;:&quot;Sphere&quot;,&quot;relativeTransform&quot;:{&quot;translate&quot;:{&quot;x&quot;:-219.8479980729601,&quot;y&quot;:126.39461220794527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7&quot;}},&quot;a19e4c59-36b5-47ed-b8e0-016493681154&quot;:{&quot;type&quot;:&quot;FIGURE_OBJECT&quot;,&quot;id&quot;:&quot;a19e4c59-36b5-47ed-b8e0-016493681154&quot;,&quot;name&quot;:&quot;Sphere&quot;,&quot;relativeTransform&quot;:{&quot;translate&quot;:{&quot;x&quot;:-203.97969829842435,&quot;y&quot;:119.18227514649054},&quot;rotate&quot;:0,&quot;skewX&quot;:0,&quot;scale&quot;:{&quot;x&quot;:0.01849846973819202,&quot;y&quot;:0.01849846973819202}},&quot;opacity&quot;:1,&quot;image&quot;:{&quot;url&quot;:&quot;https://icons.biorender.com/biorender/5b8847fb65c02914004ccfab/sphere.png&quot;,&quot;fallbackUrl&quot;:&quot;https://res.cloudinary.com/dlcjuc3ej/image/upload/v1535657971/hxrliwhgf34vtsqw0qhw.svg#/keystone/api/icons/5b8847fb65c02914004ccfab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75&quot;}},&quot;b84f36a4-8c1f-467f-9d1b-cf2e90bc8c7a&quot;:{&quot;type&quot;:&quot;FIGURE_OBJECT&quot;,&quot;id&quot;:&quot;b84f36a4-8c1f-467f-9d1b-cf2e90bc8c7a&quot;,&quot;name&quot;:&quot;Sphere&quot;,&quot;relativeTransform&quot;:{&quot;translate&quot;:{&quot;x&quot;:-198.2509680811272,&quot;y&quot;:112.77957666833495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8&quot;}},&quot;33dceab9-0f91-4cac-9899-c1f394f839a0&quot;:{&quot;type&quot;:&quot;FIGURE_OBJECT&quot;,&quot;id&quot;:&quot;33dceab9-0f91-4cac-9899-c1f394f839a0&quot;,&quot;name&quot;:&quot;Sphere&quot;,&quot;relativeTransform&quot;:{&quot;translate&quot;:{&quot;x&quot;:-207.68652373314615,&quot;y&quot;:119.51925927691981},&quot;rotate&quot;:0,&quot;skewX&quot;:0,&quot;scale&quot;:{&quot;x&quot;:0.01849846973819202,&quot;y&quot;:0.01849846973819202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e8091e5-64a5-4e2a-870a-d51aeea01c73&quot;,&quot;order&quot;:&quot;9&quot;}},&quot;2d979466-f913-4cd1-979f-880b8ee4fcbf&quot;:{&quot;type&quot;:&quot;FIGURE_OBJECT&quot;,&quot;id&quot;:&quot;2d979466-f913-4cd1-979f-880b8ee4fcbf&quot;,&quot;name&quot;:&quot;Antibody (round style)&quot;,&quot;relativeTransform&quot;:{&quot;translate&quot;:{&quot;x&quot;:180.2856287077527,&quot;y&quot;:-63.159024843516356},&quot;rotate&quot;:2.814124502496265,&quot;skewX&quot;:9.747904043065283e-16,&quot;scale&quot;:{&quot;x&quot;:0.06670056451466552,&quot;y&quot;:0.06656848418889377}},&quot;opacity&quot;:1,&quot;image&quot;:{&quot;url&quot;:&quot;https://icons.biorender.com/biorender/5b43ad5344457700149c1cd2/antibody-round-style.png&quot;,&quot;fallbackUrl&quot;:&quot;https://res.cloudinary.com/dlcjuc3ej/image/upload/v1531161933/zpn7vzxgtovwxwksxjk1.svg#/keystone/api/icons/5b43ad5344457700149c1cd2/antibody-round-style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742&quot;}},&quot;cab69cf3-9498-48d2-9e87-9ad187ebf97c&quot;:{&quot;type&quot;:&quot;FIGURE_OBJECT&quot;,&quot;id&quot;:&quot;cab69cf3-9498-48d2-9e87-9ad187ebf97c&quot;,&quot;relativeTransform&quot;:{&quot;translate&quot;:{&quot;x&quot;:177.7028300438081,&quot;y&quot;:-71.39906501299495},&quot;rotate&quot;:-0.2696631063277885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745&quot;}},&quot;288d6d2a-5fc5-4933-9993-f2fdff210d4f&quot;:{&quot;type&quot;:&quot;FIGURE_OBJECT&quot;,&quot;id&quot;:&quot;288d6d2a-5fc5-4933-9993-f2fdff210d4f&quot;,&quot;name&quot;:&quot;Sphere&quot;,&quot;relativeTransform&quot;:{&quot;translate&quot;:{&quot;x&quot;:-2.2841244214179456e-13,&quot;y&quot;:1.262563262862518e-13},&quot;rotate&quot;:-0.057805044765739284,&quot;skewX&quot;:3.646421851120748e-16,&quot;scale&quot;:{&quot;x&quot;:0.02923752498361506,&quot;y&quot;:0.029237524983615162}},&quot;opacity&quot;:1,&quot;image&quot;:{&quot;url&quot;:&quot;https://icons.biorender.com/biorender/5bdc6fec8241011200c7f505/sphere.png&quot;,&quot;fallbackUrl&quot;:&quot;https://res.cloudinary.com/dlcjuc3ej/image/upload/v1541173223/ugolkltfhigo2xqof4q2.svg#/keystone/api/icons/5bdc6fec8241011200c7f505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cab69cf3-9498-48d2-9e87-9ad187ebf97c&quot;,&quot;order&quot;:&quot;2&quot;}},&quot;7ff924c0-0165-4c6b-a442-888d19d98cd4&quot;:{&quot;type&quot;:&quot;FIGURE_OBJECT&quot;,&quot;id&quot;:&quot;7ff924c0-0165-4c6b-a442-888d19d98cd4&quot;,&quot;relativeTransform&quot;:{&quot;translate&quot;:{&quot;x&quot;:0,&quot;y&quot;:0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cab69cf3-9498-48d2-9e87-9ad187ebf97c&quot;,&quot;order&quot;:&quot;5&quot;}},&quot;d23a7371-c19a-4904-b362-bc651aa0cb59&quot;:{&quot;type&quot;:&quot;FIGURE_OBJECT&quot;,&quot;id&quot;:&quot;d23a7371-c19a-4904-b362-bc651aa0cb59&quot;,&quot;relativeTransform&quot;:{&quot;translate&quot;:{&quot;x&quot;:-5.3955694994124685e-15,&quot;y&quot;:-5.395569499412471e-15},&quot;rotate&quot;:0,&quot;skewX&quot;:-1.9630720502786423e-16},&quot;opacity&quot;:0.3,&quot;path&quot;:{&quot;type&quot;:&quot;ELLIPSE&quot;,&quot;size&quot;:{&quot;x&quot;:5.694086957960129,&quot;y&quot;:5.69408695796013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7ff924c0-0165-4c6b-a442-888d19d98cd4&quot;,&quot;order&quot;:&quot;2&quot;}},&quot;329599fd-0b03-4f09-8d03-2d4303cc4314&quot;:{&quot;type&quot;:&quot;FIGURE_OBJECT&quot;,&quot;id&quot;:&quot;329599fd-0b03-4f09-8d03-2d4303cc4314&quot;,&quot;relativeTransform&quot;:{&quot;translate&quot;:{&quot;x&quot;:-4.136603282882895e-14,&quot;y&quot;:6.690506179271464e-14},&quot;rotate&quot;:0,&quot;skewX&quot;:-1.9630720502786423e-16},&quot;opacity&quot;:0.57,&quot;path&quot;:{&quot;type&quot;:&quot;ELLIPSE&quot;,&quot;size&quot;:{&quot;x&quot;:4.46561293126362,&quot;y&quot;:4.4008939032742935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7ff924c0-0165-4c6b-a442-888d19d98cd4&quot;,&quot;order&quot;:&quot;5&quot;}},&quot;441b778f-d020-4242-b175-cccebd5bbf94&quot;:{&quot;type&quot;:&quot;FIGURE_OBJECT&quot;,&quot;id&quot;:&quot;441b778f-d020-4242-b175-cccebd5bbf94&quot;,&quot;relativeTransform&quot;:{&quot;translate&quot;:{&quot;x&quot;:6.690506179271462e-14,&quot;y&quot;:-2.158227799764988e-15},&quot;rotate&quot;:0,&quot;skewX&quot;:-1.9630720502786423e-16},&quot;opacity&quot;:0.57,&quot;path&quot;:{&quot;type&quot;:&quot;ELLIPSE&quot;,&quot;size&quot;:{&quot;x&quot;:3.6563282051218597,&quot;y&quot;:3.65632820512186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7ff924c0-0165-4c6b-a442-888d19d98cd4&quot;,&quot;order&quot;:&quot;7&quot;}},&quot;b7d6cc3a-7951-48b7-af51-383e59a9a9b9&quot;:{&quot;type&quot;:&quot;FIGURE_OBJECT&quot;,&quot;id&quot;:&quot;b7d6cc3a-7951-48b7-af51-383e59a9a9b9&quot;,&quot;relativeTransform&quot;:{&quot;translate&quot;:{&quot;x&quot;:-178.62500402587753,&quot;y&quot;:-57.58600200841404},&quot;rotate&quot;:0},&quot;opacity&quot;:1,&quot;path&quot;:{&quot;type&quot;:&quot;POLY_LINE&quot;,&quot;points&quot;:[{&quot;x&quot;:-4.703604241731395,&quot;y&quot;:-6.582385038812196},{&quot;x&quot;:2.7654399191781485,&quot;y&quot;:-1.9166725708653176},{&quot;x&quot;:4.956373321723498,&quot;y&quot;:8.18873275647824}],&quot;closed&quot;:false},&quot;pathStyles&quot;:[{&quot;type&quot;:&quot;FILL&quot;,&quot;fillStyle&quot;:&quot;transparent&quot;},{&quot;type&quot;:&quot;STROKE&quot;,&quot;strokeStyle&quot;:{&quot;units&quot;:&quot;PATH_LENGTH&quot;,&quot;stops&quot;:{&quot;0&quot;:&quot;#23232300&quot;,&quot;1&quot;:&quot;#232323&quot;}},&quot;lineWidth&quot;:0.618975403110415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b3d186c-66d8-4593-972a-a2b7e4fbb26a&quot;,&quot;order&quot;:&quot;999999999997&quot;},&quot;connectorInfo&quot;:{&quot;connectedObjects&quot;:[],&quot;type&quot;:&quot;QUADRATIC&quot;,&quot;offset&quot;:{&quot;x&quot;:0,&quot;y&quot;:0},&quot;bending&quot;:-0.1,&quot;firstElementIsHead&quot;:true,&quot;customized&quot;:true}},&quot;4121a1be-fd29-4d67-89a3-fa20229009df&quot;:{&quot;type&quot;:&quot;FIGURE_OBJECT&quot;,&quot;id&quot;:&quot;4121a1be-fd29-4d67-89a3-fa20229009df&quot;,&quot;name&quot;:&quot;Sphere&quot;,&quot;relativeTransform&quot;:{&quot;translate&quot;:{&quot;x&quot;:-188.54299905343427,&quot;y&quot;:-65.22935655896201},&quot;rotate&quot;:-1.570796326794897,&quot;skewX&quot;:0,&quot;scale&quot;:{&quot;x&quot;:0.019348669095445983,&quot;y&quot;:0.019348669095445983}},&quot;opacity&quot;:1,&quot;image&quot;:{&quot;url&quot;:&quot;https://icons.biorender.com/biorender/5b8847fb65c02914004ccfa4/sphere.png&quot;,&quot;fallbackUrl&quot;:&quot;https://res.cloudinary.com/dlcjuc3ej/image/upload/v1535657971/qbmxnvpnmq8nacqqie4a.svg#/keystone/api/icons/5b8847fb65c02914004ccfa4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3&quot;}},&quot;5eeb714a-38bc-45a0-b143-8b9ea1de409c&quot;:{&quot;type&quot;:&quot;FIGURE_OBJECT&quot;,&quot;id&quot;:&quot;5eeb714a-38bc-45a0-b143-8b9ea1de409c&quot;,&quot;name&quot;:&quot;Sphere&quot;,&quot;relativeTransform&quot;:{&quot;translate&quot;:{&quot;x&quot;:-185.6805978723352,&quot;y&quot;:-62.3668368123448},&quot;rotate&quot;:0,&quot;skewX&quot;:0,&quot;scale&quot;:{&quot;x&quot;:0.01881866349463204,&quot;y&quot;:0.018818663494632043}},&quot;opacity&quot;:1,&quot;image&quot;:{&quot;url&quot;:&quot;https://icons.biorender.com/biorender/5b8847989629ce1400901caa/20190307181931/image/sphere.png&quot;,&quot;fallbackUrl&quot;:&quot;https://res.cloudinary.com/dlcjuc3ej/image/upload/v1551982771/vsgc8y7k8uzilwmnuctm.svg#/keystone/api/icons/5b8847989629ce1400901caa/20190307181931/image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5&quot;}},&quot;172b4ab9-9472-42da-9bd6-3d6dfd448341&quot;:{&quot;type&quot;:&quot;FIGURE_OBJECT&quot;,&quot;id&quot;:&quot;172b4ab9-9472-42da-9bd6-3d6dfd448341&quot;,&quot;name&quot;:&quot;Sphere&quot;,&quot;relativeTransform&quot;:{&quot;translate&quot;:{&quot;x&quot;:-184.46693669642184,&quot;y&quot;:-66.74669255952246},&quot;rotate&quot;:1.9982728159576288,&quot;skewX&quot;:-7.652846427524939e-17,&quot;scale&quot;:{&quot;x&quot;:0.018819740977320035,&quot;y&quot;:0.01881974097732004}},&quot;opacity&quot;:1,&quot;image&quot;:{&quot;url&quot;:&quot;https://icons.biorender.com/biorender/5b8847fb65c02914004ccfa1/sphere.png&quot;,&quot;fallbackUrl&quot;:&quot;https://res.cloudinary.com/dlcjuc3ej/image/upload/v1535657971/ggvh07klomvsgzv5ovkh.svg#/keystone/api/icons/5b8847fb65c02914004ccfa1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7&quot;}},&quot;fb3b0315-73f1-41bb-9b1b-68e9fc604e9a&quot;:{&quot;type&quot;:&quot;FIGURE_OBJECT&quot;,&quot;id&quot;:&quot;fb3b0315-73f1-41bb-9b1b-68e9fc604e9a&quot;,&quot;relativeTransform&quot;:{&quot;translate&quot;:{&quot;x&quot;:-149.23928774840482,&quot;y&quot;:-30.909318766620178},&quot;rotate&quot;:0},&quot;opacity&quot;:1,&quot;path&quot;:{&quot;type&quot;:&quot;POLY_LINE&quot;,&quot;points&quot;:[{&quot;x&quot;:-10.172262939620852,&quot;y&quot;:0.2928086403791124},{&quot;x&quot;:-10.172262939620852,&quot;y&quot;:-2.049660482653925},{&quot;x&quot;:8.217964113880111,&quot;y&quot;:-9.466919066455334},{&quot;x&quot;:10.172262939620838,&quot;y&quot;:5.314034061756236}],&quot;closed&quot;:true},&quot;pathStyles&quot;:[{&quot;type&quot;:&quot;FILL&quot;,&quot;fillStyle&quot;:&quot;rgba(14, 51, 97, 0.32941176470588235)&quot;},{&quot;type&quot;:&quot;STROKE&quot;,&quot;strokeStyle&quot;:&quot;#95AAD3&quot;,&quot;lineWidth&quot;:0,&quot;lineJoin&quot;:&quot;round&quot;}],&quot;isLocked&quot;:false,&quot;parent&quot;:{&quot;type&quot;:&quot;CHILD&quot;,&quot;parentId&quot;:&quot;db3d186c-66d8-4593-972a-a2b7e4fbb26a&quot;,&quot;order&quot;:&quot;9999999877&quot;},&quot;connectorInfo&quot;:{&quot;connectedObjects&quot;:[],&quot;type&quot;:&quot;ELBOW&quot;,&quot;offset&quot;:{&quot;x&quot;:0,&quot;y&quot;:0},&quot;bending&quot;:-0.1,&quot;firstElementIsHead&quot;:true,&quot;customized&quot;:true}},&quot;89d06ad7-5acf-4263-a916-4483226ede16&quot;:{&quot;type&quot;:&quot;FIGURE_OBJECT&quot;,&quot;id&quot;:&quot;89d06ad7-5acf-4263-a916-4483226ede16&quot;,&quot;relativeTransform&quot;:{&quot;translate&quot;:{&quot;x&quot;:-160.48442841184826,&quot;y&quot;:98.09777238446378},&quot;rotate&quot;:0},&quot;opacity&quot;:1,&quot;path&quot;:{&quot;type&quot;:&quot;POLY_LINE&quot;,&quot;points&quot;:[{&quot;x&quot;:-10.172262939620852,&quot;y&quot;:0.2928086403791124},{&quot;x&quot;:-10.172262939620852,&quot;y&quot;:-2.049660482653925},{&quot;x&quot;:8.217964113880111,&quot;y&quot;:-9.466919066455334},{&quot;x&quot;:10.172262939620838,&quot;y&quot;:5.314034061756236}],&quot;closed&quot;:true},&quot;pathStyles&quot;:[{&quot;type&quot;:&quot;FILL&quot;,&quot;fillStyle&quot;:&quot;rgba(14,51,97,0.33)&quot;},{&quot;type&quot;:&quot;STROKE&quot;,&quot;strokeStyle&quot;:&quot;#95AAD3&quot;,&quot;lineWidth&quot;:0,&quot;lineJoin&quot;:&quot;round&quot;}],&quot;isLocked&quot;:false,&quot;parent&quot;:{&quot;type&quot;:&quot;CHILD&quot;,&quot;parentId&quot;:&quot;db3d186c-66d8-4593-972a-a2b7e4fbb26a&quot;,&quot;order&quot;:&quot;9999986&quot;},&quot;connectorInfo&quot;:{&quot;connectedObjects&quot;:[],&quot;type&quot;:&quot;ELBOW&quot;,&quot;offset&quot;:{&quot;x&quot;:0,&quot;y&quot;:0},&quot;bending&quot;:-0.1,&quot;firstElementIsHead&quot;:true,&quot;customized&quot;:true}},&quot;761663c5-25f7-466a-8fa8-4efd4af7c8ef&quot;:{&quot;type&quot;:&quot;FIGURE_OBJECT&quot;,&quot;id&quot;:&quot;761663c5-25f7-466a-8fa8-4efd4af7c8ef&quot;,&quot;name&quot;:&quot;MHC class I (tetramer)&quot;,&quot;relativeTransform&quot;:{&quot;translate&quot;:{&quot;x&quot;:-199.8203256439125,&quot;y&quot;:56.251298139285936},&quot;rotate&quot;:2.3575981576811484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99998&quot;}},&quot;f17d0866-7453-46ac-b4b0-12cb1e28ec8e&quot;:{&quot;type&quot;:&quot;FIGURE_OBJECT&quot;,&quot;id&quot;:&quot;f17d0866-7453-46ac-b4b0-12cb1e28ec8e&quot;,&quot;relativeTransform&quot;:{&quot;translate&quot;:{&quot;x&quot;:1.3589981583427557,&quot;y&quot;:1.5124606152233067},&quot;rotate&quot;:-0.7853981633974493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761663c5-25f7-466a-8fa8-4efd4af7c8ef&quot;,&quot;order&quot;:&quot;2&quot;}},&quot;101e13f0-a841-4d32-8aa2-11308e1c0cc4&quot;:{&quot;type&quot;:&quot;FIGURE_OBJECT&quot;,&quot;id&quot;:&quot;101e13f0-a841-4d32-8aa2-11308e1c0cc4&quot;,&quot;relativeTransform&quot;:{&quot;translate&quot;:{&quot;x&quot;:-0.03995138414872166,&quot;y&quot;:-0.7410511718793077},&quot;rotate&quot;:0,&quot;skewX&quot;:-4.2962381099677554e-15},&quot;opacity&quot;:1,&quot;path&quot;:{&quot;type&quot;:&quot;RECT&quot;,&quot;size&quot;:{&quot;x&quot;:0.28551437788885664,&quot;y&quot;:2.240189734204842},&quot;cornerRounding&quot;:{&quot;type&quot;:&quot;ARC_LENGTH&quot;,&quot;global&quot;:0.2242424680174731}},&quot;pathStyles&quot;:[{&quot;type&quot;:&quot;FILL&quot;,&quot;fillStyle&quot;:&quot;rgba(199,8,8,1)&quot;},{&quot;type&quot;:&quot;STROKE&quot;,&quot;strokeStyle&quot;:&quot;#95AAD3&quot;,&quot;lineWidth&quot;:0,&quot;lineJoin&quot;:&quot;round&quot;}],&quot;isLocked&quot;:false,&quot;parent&quot;:{&quot;type&quot;:&quot;CHILD&quot;,&quot;parentId&quot;:&quot;f17d0866-7453-46ac-b4b0-12cb1e28ec8e&quot;,&quot;order&quot;:&quot;2&quot;}},&quot;3a7403a9-e514-4804-a100-beae6e4a08b7&quot;:{&quot;type&quot;:&quot;FIGURE_OBJECT&quot;,&quot;id&quot;:&quot;3a7403a9-e514-4804-a100-beae6e4a08b7&quot;,&quot;name&quot;:&quot;Radar&quot;,&quot;relativeTransform&quot;:{&quot;translate&quot;:{&quot;x&quot;:1.3203341705051978e-14,&quot;y&quot;:0.47617480352435015},&quot;rotate&quot;:-7.679448708775048e-17,&quot;skewX&quot;:-4.142649135792252e-15,&quot;scale&quot;:{&quot;x&quot;:0.013849712354573775,&quot;y&quot;:0.013849712354573777}},&quot;opacity&quot;:1,&quot;image&quot;:{&quot;url&quot;:&quot;https://icons.biorender.com/biorender/5a7b6a46c232db0014da97d1/radar.png&quot;,&quot;fallbackUrl&quot;:&quot;https://res.cloudinary.com/dlcjuc3ej/image/upload/v1518037571/sij7enpqg89hsetl9zqu.svg#/keystone/api/icons/5a7b6a46c232db0014da97d1/radar.svg&quot;,&quot;size&quot;:{&quot;x&quot;:200,&quot;y&quot;:200},&quot;isPremium&quot;:false},&quot;source&quot;:{&quot;id&quot;:&quot;5a3802e5acaa880014e2ef43&quot;,&quot;type&quot;:&quot;ASSETS&quot;},&quot;pathStyles&quot;:[{&quot;type&quot;:&quot;FILL&quot;,&quot;fillStyle&quot;:&quot;rgb(0,0,0)&quot;}],&quot;isLocked&quot;:false,&quot;parent&quot;:{&quot;type&quot;:&quot;CHILD&quot;,&quot;parentId&quot;:&quot;f17d0866-7453-46ac-b4b0-12cb1e28ec8e&quot;,&quot;order&quot;:&quot;5&quot;}},&quot;8a082f8b-0c3c-421c-873f-5986153a7a07&quot;:{&quot;type&quot;:&quot;FIGURE_OBJECT&quot;,&quot;id&quot;:&quot;8a082f8b-0c3c-421c-873f-5986153a7a07&quot;,&quot;name&quot;:&quot;Streptavidin (tetramer)&quot;,&quot;relativeTransform&quot;:{&quot;translate&quot;:{&quot;x&quot;:-0.6682404046849185,&quot;y&quot;:-0.8217028615655138},&quot;rotate&quot;:2.483387283634514,&quot;skewX&quot;:-2.717304883345871e-15,&quot;scale&quot;:{&quot;x&quot;:0.012026519433949471,&quot;y&quot;:0.012026519433949473}},&quot;opacity&quot;:1,&quot;image&quot;:{&quot;url&quot;:&quot;https://icons.biorender.com/biorender/5b06c8c5bd399f0014847c1a/20180524141642/image/streptavidin-tetramer.png&quot;,&quot;fallbackUrl&quot;:&quot;https://res.cloudinary.com/dlcjuc3ej/image/upload/v1527171402/vv28vz6h1laih51qsbki.svg#/keystone/api/icons/5b06c8c5bd399f0014847c1a/20180524141642/image/streptavidin-tetramer.svg&quot;,&quot;size&quot;:{&quot;x&quot;:354,&quot;y&quot;:354},&quot;isPremium&quot;:false},&quot;source&quot;:{&quot;id&quot;:&quot;5b06c8c5bd399f0014847c1a&quot;,&quot;type&quot;:&quot;ASSETS&quot;},&quot;pathStyles&quot;:[{&quot;type&quot;:&quot;FILL&quot;,&quot;fillStyle&quot;:&quot;rgb(0,0,0)&quot;}],&quot;isLocked&quot;:false,&quot;parent&quot;:{&quot;type&quot;:&quot;CHILD&quot;,&quot;parentId&quot;:&quot;761663c5-25f7-466a-8fa8-4efd4af7c8ef&quot;,&quot;order&quot;:&quot;5&quot;}},&quot;7423f49e-8738-43f8-93e0-d92f51591e0b&quot;:{&quot;type&quot;:&quot;FIGURE_OBJECT&quot;,&quot;id&quot;:&quot;7423f49e-8738-43f8-93e0-d92f51591e0b&quot;,&quot;name&quot;:&quot;MHC class I (tetramer)&quot;,&quot;relativeTransform&quot;:{&quot;translate&quot;:{&quot;x&quot;:-204.67217182394424,&quot;y&quot;:61.89852893899491},&quot;rotate&quot;:1.3856994854527094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99999999&quot;}},&quot;763eabdc-4687-464f-915a-f791d54fa719&quot;:{&quot;type&quot;:&quot;FIGURE_OBJECT&quot;,&quot;id&quot;:&quot;763eabdc-4687-464f-915a-f791d54fa719&quot;,&quot;relativeTransform&quot;:{&quot;translate&quot;:{&quot;x&quot;:1.3589981583427546,&quot;y&quot;:1.5124606152233053},&quot;rotate&quot;:-0.7853981633974493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7423f49e-8738-43f8-93e0-d92f51591e0b&quot;,&quot;order&quot;:&quot;2&quot;}},&quot;54ed658a-dbac-4106-a6b3-ad4882e16849&quot;:{&quot;type&quot;:&quot;FIGURE_OBJECT&quot;,&quot;id&quot;:&quot;54ed658a-dbac-4106-a6b3-ad4882e16849&quot;,&quot;relativeTransform&quot;:{&quot;translate&quot;:{&quot;x&quot;:-0.03995138414872172,&quot;y&quot;:-0.741051171879307},&quot;rotate&quot;:0,&quot;skewX&quot;:-4.1623016719009926e-15},&quot;opacity&quot;:1,&quot;path&quot;:{&quot;type&quot;:&quot;RECT&quot;,&quot;size&quot;:{&quot;x&quot;:0.2855143778888564,&quot;y&quot;:2.240189734204841},&quot;cornerRounding&quot;:{&quot;type&quot;:&quot;ARC_LENGTH&quot;,&quot;global&quot;:0.2242424680174729}},&quot;pathStyles&quot;:[{&quot;type&quot;:&quot;FILL&quot;,&quot;fillStyle&quot;:&quot;rgba(199,8,8,1)&quot;},{&quot;type&quot;:&quot;STROKE&quot;,&quot;strokeStyle&quot;:&quot;#95AAD3&quot;,&quot;lineWidth&quot;:0,&quot;lineJoin&quot;:&quot;round&quot;}],&quot;isLocked&quot;:false,&quot;parent&quot;:{&quot;type&quot;:&quot;CHILD&quot;,&quot;parentId&quot;:&quot;763eabdc-4687-464f-915a-f791d54fa719&quot;,&quot;order&quot;:&quot;2&quot;}},&quot;79f7dac9-b6a5-4f49-8f11-2656cf2b884a&quot;:{&quot;type&quot;:&quot;FIGURE_OBJECT&quot;,&quot;id&quot;:&quot;79f7dac9-b6a5-4f49-8f11-2656cf2b884a&quot;,&quot;name&quot;:&quot;Radar&quot;,&quot;relativeTransform&quot;:{&quot;translate&quot;:{&quot;x&quot;:1.3267118862133155e-14,&quot;y&quot;:0.4761748035243497},&quot;rotate&quot;:-7.679448708775047e-17,&quot;skewX&quot;:-4.008712697725491e-15,&quot;scale&quot;:{&quot;x&quot;:0.013849712354573765,&quot;y&quot;:0.013849712354573763}},&quot;opacity&quot;:1,&quot;image&quot;:{&quot;url&quot;:&quot;https://icons.biorender.com/biorender/5a7b6a46c232db0014da97d1/radar.png&quot;,&quot;fallbackUrl&quot;:&quot;https://res.cloudinary.com/dlcjuc3ej/image/upload/v1518037571/sij7enpqg89hsetl9zqu.svg#/keystone/api/icons/5a7b6a46c232db0014da97d1/radar.svg&quot;,&quot;size&quot;:{&quot;x&quot;:200,&quot;y&quot;:200},&quot;isPremium&quot;:false},&quot;source&quot;:{&quot;id&quot;:&quot;5a3802e5acaa880014e2ef43&quot;,&quot;type&quot;:&quot;ASSETS&quot;},&quot;pathStyles&quot;:[{&quot;type&quot;:&quot;FILL&quot;,&quot;fillStyle&quot;:&quot;rgb(0,0,0)&quot;}],&quot;isLocked&quot;:false,&quot;parent&quot;:{&quot;type&quot;:&quot;CHILD&quot;,&quot;parentId&quot;:&quot;763eabdc-4687-464f-915a-f791d54fa719&quot;,&quot;order&quot;:&quot;5&quot;}},&quot;5293584a-c955-4e55-9d87-e4c8022160c4&quot;:{&quot;type&quot;:&quot;FIGURE_OBJECT&quot;,&quot;id&quot;:&quot;5293584a-c955-4e55-9d87-e4c8022160c4&quot;,&quot;name&quot;:&quot;Streptavidin (tetramer)&quot;,&quot;relativeTransform&quot;:{&quot;translate&quot;:{&quot;x&quot;:-0.668240404684918,&quot;y&quot;:-0.821702861565513},&quot;rotate&quot;:2.483387283634514,&quot;skewX&quot;:-2.4362043781721628e-15,&quot;scale&quot;:{&quot;x&quot;:0.012026519433949464,&quot;y&quot;:0.012026519433949463}},&quot;opacity&quot;:1,&quot;image&quot;:{&quot;url&quot;:&quot;https://icons.biorender.com/biorender/5b06c8c5bd399f0014847c1a/20180524141642/image/streptavidin-tetramer.png&quot;,&quot;fallbackUrl&quot;:&quot;https://res.cloudinary.com/dlcjuc3ej/image/upload/v1527171402/vv28vz6h1laih51qsbki.svg#/keystone/api/icons/5b06c8c5bd399f0014847c1a/20180524141642/image/streptavidin-tetramer.svg&quot;,&quot;size&quot;:{&quot;x&quot;:354,&quot;y&quot;:354},&quot;isPremium&quot;:false},&quot;source&quot;:{&quot;id&quot;:&quot;5b06c8c5bd399f0014847c1a&quot;,&quot;type&quot;:&quot;ASSETS&quot;},&quot;pathStyles&quot;:[{&quot;type&quot;:&quot;FILL&quot;,&quot;fillStyle&quot;:&quot;rgb(0,0,0)&quot;}],&quot;isLocked&quot;:false,&quot;parent&quot;:{&quot;type&quot;:&quot;CHILD&quot;,&quot;parentId&quot;:&quot;7423f49e-8738-43f8-93e0-d92f51591e0b&quot;,&quot;order&quot;:&quot;5&quot;}},&quot;29057efd-94c2-492e-8200-70f7fe96f098&quot;:{&quot;type&quot;:&quot;FIGURE_OBJECT&quot;,&quot;id&quot;:&quot;29057efd-94c2-492e-8200-70f7fe96f098&quot;,&quot;name&quot;:&quot;Antibody (round style)&quot;,&quot;relativeTransform&quot;:{&quot;translate&quot;:{&quot;x&quot;:-139.94449491380095,&quot;y&quot;:65.80261890972973},&quot;rotate&quot;:2.814124502496265,&quot;skewX&quot;:9.747904043065283e-16,&quot;scale&quot;:{&quot;x&quot;:0.06670056451466552,&quot;y&quot;:0.06656848418889377}},&quot;opacity&quot;:1,&quot;image&quot;:{&quot;url&quot;:&quot;https://icons.biorender.com/biorender/5b43ad5344457700149c1cd2/antibody-round-style.png&quot;,&quot;fallbackUrl&quot;:&quot;https://res.cloudinary.com/dlcjuc3ej/image/upload/v1531161933/zpn7vzxgtovwxwksxjk1.svg#/keystone/api/icons/5b43ad5344457700149c1cd2/antibody-round-style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35&quot;}},&quot;5a745cda-8d08-4dde-9c0e-addd60cfbcca&quot;:{&quot;type&quot;:&quot;FIGURE_OBJECT&quot;,&quot;id&quot;:&quot;5a745cda-8d08-4dde-9c0e-addd60cfbcca&quot;,&quot;relativeTransform&quot;:{&quot;translate&quot;:{&quot;x&quot;:-142.52729357774555,&quot;y&quot;:57.562578740251126},&quot;rotate&quot;:-0.26966310632778856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b3d186c-66d8-4593-972a-a2b7e4fbb26a&quot;,&quot;order&quot;:&quot;9999994&quot;}},&quot;596a67a9-337e-4871-a498-fd5899c075df&quot;:{&quot;type&quot;:&quot;FIGURE_OBJECT&quot;,&quot;id&quot;:&quot;596a67a9-337e-4871-a498-fd5899c075df&quot;,&quot;name&quot;:&quot;Sphere&quot;,&quot;relativeTransform&quot;:{&quot;translate&quot;:{&quot;x&quot;:-2.284124421417945e-13,&quot;y&quot;:1.262563262862518e-13},&quot;rotate&quot;:-0.057805044765739305,&quot;skewX&quot;:3.329341690153728e-16,&quot;scale&quot;:{&quot;x&quot;:0.02923752498361505,&quot;y&quot;:0.029237524983615162}},&quot;opacity&quot;:1,&quot;image&quot;:{&quot;url&quot;:&quot;https://icons.biorender.com/biorender/5bdc6fec8241011200c7f505/sphere.png&quot;,&quot;fallbackUrl&quot;:&quot;https://res.cloudinary.com/dlcjuc3ej/image/upload/v1541173223/ugolkltfhigo2xqof4q2.svg#/keystone/api/icons/5bdc6fec8241011200c7f505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5a745cda-8d08-4dde-9c0e-addd60cfbcca&quot;,&quot;order&quot;:&quot;2&quot;}},&quot;c0e2c977-57bb-4e8a-9b38-fc4034697304&quot;:{&quot;type&quot;:&quot;FIGURE_OBJECT&quot;,&quot;id&quot;:&quot;c0e2c977-57bb-4e8a-9b38-fc4034697304&quot;,&quot;relativeTransform&quot;:{&quot;translate&quot;:{&quot;x&quot;:0,&quot;y&quot;:0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5a745cda-8d08-4dde-9c0e-addd60cfbcca&quot;,&quot;order&quot;:&quot;5&quot;}},&quot;c4c78bf9-95ea-4625-abc7-4bf21ecd992e&quot;:{&quot;type&quot;:&quot;FIGURE_OBJECT&quot;,&quot;id&quot;:&quot;c4c78bf9-95ea-4625-abc7-4bf21ecd992e&quot;,&quot;relativeTransform&quot;:{&quot;translate&quot;:{&quot;x&quot;:-5.395569499412468e-15,&quot;y&quot;:-5.395569499412471e-15},&quot;rotate&quot;:0,&quot;skewX&quot;:-1.9630720502786428e-16},&quot;opacity&quot;:0.3,&quot;path&quot;:{&quot;type&quot;:&quot;ELLIPSE&quot;,&quot;size&quot;:{&quot;x&quot;:5.694086957960128,&quot;y&quot;:5.69408695796013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c0e2c977-57bb-4e8a-9b38-fc4034697304&quot;,&quot;order&quot;:&quot;2&quot;}},&quot;036ede38-a565-4272-839a-f9748abcfbd3&quot;:{&quot;type&quot;:&quot;FIGURE_OBJECT&quot;,&quot;id&quot;:&quot;036ede38-a565-4272-839a-f9748abcfbd3&quot;,&quot;relativeTransform&quot;:{&quot;translate&quot;:{&quot;x&quot;:-4.136603282882894e-14,&quot;y&quot;:6.690506179271464e-14},&quot;rotate&quot;:0,&quot;skewX&quot;:-1.9630720502786428e-16},&quot;opacity&quot;:0.57,&quot;path&quot;:{&quot;type&quot;:&quot;ELLIPSE&quot;,&quot;size&quot;:{&quot;x&quot;:4.465612931263618,&quot;y&quot;:4.4008939032742935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c0e2c977-57bb-4e8a-9b38-fc4034697304&quot;,&quot;order&quot;:&quot;5&quot;}},&quot;1fbd2ce6-6809-43b5-adb7-de74a2d19eb4&quot;:{&quot;type&quot;:&quot;FIGURE_OBJECT&quot;,&quot;id&quot;:&quot;1fbd2ce6-6809-43b5-adb7-de74a2d19eb4&quot;,&quot;relativeTransform&quot;:{&quot;translate&quot;:{&quot;x&quot;:6.69050617927146e-14,&quot;y&quot;:-2.158227799764988e-15},&quot;rotate&quot;:0,&quot;skewX&quot;:-1.9630720502786428e-16},&quot;opacity&quot;:0.57,&quot;path&quot;:{&quot;type&quot;:&quot;ELLIPSE&quot;,&quot;size&quot;:{&quot;x&quot;:3.656328205121859,&quot;y&quot;:3.65632820512186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c0e2c977-57bb-4e8a-9b38-fc4034697304&quot;,&quot;order&quot;:&quot;7&quot;}},&quot;96bd51ec-cb48-48f5-a513-f76ecf25ba6f&quot;:{&quot;type&quot;:&quot;FIGURE_OBJECT&quot;,&quot;id&quot;:&quot;96bd51ec-cb48-48f5-a513-f76ecf25ba6f&quot;,&quot;parent&quot;:{&quot;type&quot;:&quot;CHILD&quot;,&quot;parentId&quot;:&quot;db3d186c-66d8-4593-972a-a2b7e4fbb26a&quot;,&quot;order&quot;:&quot;99999999999994&quot;},&quot;relativeTransform&quot;:{&quot;translate&quot;:{&quot;x&quot;:0,&quot;y&quot;:0},&quot;rotate&quot;:0}},&quot;b75df30c-e40b-4a5c-95eb-0f98702a8e91&quot;:{&quot;type&quot;:&quot;FIGURE_OBJECT&quot;,&quot;id&quot;:&quot;b75df30c-e40b-4a5c-95eb-0f98702a8e91&quot;,&quot;name&quot;:&quot;Sphere&quot;,&quot;relativeTransform&quot;:{&quot;translate&quot;:{&quot;x&quot;:-34.48197083277994,&quot;y&quot;:-63.515849643057756},&quot;rotate&quot;:0,&quot;skewX&quot;:0,&quot;scale&quot;:{&quot;x&quot;:0.011332853203930227,&quot;y&quot;:0.011332853203930227}},&quot;opacity&quot;:1,&quot;image&quot;:{&quot;url&quot;:&quot;https://icons.cdn.biorender.com/biorender/5f4529c2929bce0028c9f871/5b8847989629ce1400901caa.png&quot;,&quot;fallbackUrl&quot;:&quot;sources/icons/5f4529c2929bce0028c9f871/5b8847989629ce1400901caa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96bd51ec-cb48-48f5-a513-f76ecf25ba6f&quot;,&quot;order&quot;:&quot;2&quot;}},&quot;b3640337-f549-4f1e-a885-40e8003cde10&quot;:{&quot;type&quot;:&quot;FIGURE_OBJECT&quot;,&quot;id&quot;:&quot;b3640337-f549-4f1e-a885-40e8003cde10&quot;,&quot;name&quot;:&quot;Sphere&quot;,&quot;relativeTransform&quot;:{&quot;translate&quot;:{&quot;x&quot;:-33.490156862181315,&quot;y&quot;:-66.4285934523345},&quot;rotate&quot;:0,&quot;skewX&quot;:0,&quot;scale&quot;:{&quot;x&quot;:0.011339232004121336,&quot;y&quot;:0.01133285320393023}},&quot;opacity&quot;:1,&quot;image&quot;:{&quot;url&quot;:&quot;https://icons.cdn.biorender.com/biorender/5f4529c2929bce0028c9f871/5b8847989629ce1400901caa.png&quot;,&quot;fallbackUrl&quot;:&quot;sources/icons/5f4529c2929bce0028c9f871/5b8847989629ce1400901caa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96bd51ec-cb48-48f5-a513-f76ecf25ba6f&quot;,&quot;order&quot;:&quot;5&quot;}},&quot;f6a42efb-952b-4da8-a69c-2be181064b05&quot;:{&quot;type&quot;:&quot;FIGURE_OBJECT&quot;,&quot;id&quot;:&quot;f6a42efb-952b-4da8-a69c-2be181064b05&quot;,&quot;name&quot;:&quot;Sphere&quot;,&quot;relativeTransform&quot;:{&quot;translate&quot;:{&quot;x&quot;:-36.769962135183924,&quot;y&quot;:-66.42849149512467},&quot;rotate&quot;:0,&quot;skewX&quot;:0,&quot;scale&quot;:{&quot;x&quot;:0.011339232004121336,&quot;y&quot;:0.01133285320393023}},&quot;opacity&quot;:1,&quot;image&quot;:{&quot;url&quot;:&quot;https://icons.cdn.biorender.com/biorender/5f4529c2929bce0028c9f871/5b8847989629ce1400901caa.png&quot;,&quot;fallbackUrl&quot;:&quot;sources/icons/5f4529c2929bce0028c9f871/5b8847989629ce1400901caa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96bd51ec-cb48-48f5-a513-f76ecf25ba6f&quot;,&quot;order&quot;:&quot;7&quot;}},&quot;88bf9783-3d2c-489c-a2b4-741e7210cd67&quot;:{&quot;type&quot;:&quot;FIGURE_OBJECT&quot;,&quot;id&quot;:&quot;88bf9783-3d2c-489c-a2b4-741e7210cd67&quot;,&quot;parent&quot;:{&quot;type&quot;:&quot;CHILD&quot;,&quot;parentId&quot;:&quot;db3d186c-66d8-4593-972a-a2b7e4fbb26a&quot;,&quot;order&quot;:&quot;999999999999&quot;},&quot;relativeTransform&quot;:{&quot;translate&quot;:{&quot;x&quot;:-1.1773135884047239,&quot;y&quot;:0},&quot;rotate&quot;:0}},&quot;c8adab92-9c42-4d88-b8eb-13fb64a1dc22&quot;:{&quot;type&quot;:&quot;FIGURE_OBJECT&quot;,&quot;id&quot;:&quot;c8adab92-9c42-4d88-b8eb-13fb64a1dc22&quot;,&quot;name&quot;:&quot;Antibody (round style)&quot;,&quot;relativeTransform&quot;:{&quot;translate&quot;:{&quot;x&quot;:123.20197973169509,&quot;y&quot;:-61.003132021864545},&quot;rotate&quot;:-3.0023216584262706,&quot;skewX&quot;:8.484701540098665e-16,&quot;scale&quot;:{&quot;x&quot;:0.022252187205831386,&quot;y&quot;:0.02220812346879011}},&quot;opacity&quot;:1,&quot;image&quot;:{&quot;url&quot;:&quot;https://icons.cdn.biorender.com/biorender/5b43ad5344457700149c1ccc/5b43ab4244457700149c1cc7.png&quot;,&quot;fallbackUrl&quot;:&quot;sources/icons/5b43ad5344457700149c1ccc/5b43ab4244457700149c1cc7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88bf9783-3d2c-489c-a2b4-741e7210cd67&quot;,&quot;order&quot;:&quot;1&quot;}},&quot;a87b5fac-51f4-42fa-9083-4ba9724103a9&quot;:{&quot;type&quot;:&quot;FIGURE_OBJECT&quot;,&quot;id&quot;:&quot;a87b5fac-51f4-42fa-9083-4ba9724103a9&quot;,&quot;relativeTransform&quot;:{&quot;translate&quot;:{&quot;x&quot;:123.66946584837399,&quot;y&quot;:-63.845812291308214},&quot;rotate&quot;:0.19707603992926212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88bf9783-3d2c-489c-a2b4-741e7210cd67&quot;,&quot;order&quot;:&quot;2&quot;}},&quot;778f3771-d6b6-42cc-aa0a-42523502169d&quot;:{&quot;type&quot;:&quot;FIGURE_OBJECT&quot;,&quot;id&quot;:&quot;778f3771-d6b6-42cc-aa0a-42523502169d&quot;,&quot;name&quot;:&quot;Sphere&quot;,&quot;relativeTransform&quot;:{&quot;translate&quot;:{&quot;x&quot;:-7.620140038789045e-14,&quot;y&quot;:4.212077407267649e-14},&quot;rotate&quot;:-0.057805044765739305,&quot;skewX&quot;:4.985637839535559e-16,&quot;scale&quot;:{&quot;x&quot;:0.00975402358442599,&quot;y&quot;:0.009754023584426025}},&quot;opacity&quot;:1,&quot;image&quot;:{&quot;url&quot;:&quot;https://icons.biorender.com/biorender/5bdc6fec8241011200c7f505/sphere.png&quot;,&quot;fallbackUrl&quot;:&quot;https://res.cloudinary.com/dlcjuc3ej/image/upload/v1541173223/ugolkltfhigo2xqof4q2.svg#/keystone/api/icons/5bdc6fec8241011200c7f505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87b5fac-51f4-42fa-9083-4ba9724103a9&quot;,&quot;order&quot;:&quot;2&quot;}},&quot;1b842bff-e234-4616-a993-89020729ebb9&quot;:{&quot;type&quot;:&quot;FIGURE_OBJECT&quot;,&quot;id&quot;:&quot;1b842bff-e234-4616-a993-89020729ebb9&quot;,&quot;relativeTransform&quot;:{&quot;translate&quot;:{&quot;x&quot;:0,&quot;y&quot;:0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a87b5fac-51f4-42fa-9083-4ba9724103a9&quot;,&quot;order&quot;:&quot;5&quot;}},&quot;a7f27a9c-7d2c-4a9b-ae15-f57ac44da082&quot;:{&quot;type&quot;:&quot;FIGURE_OBJECT&quot;,&quot;id&quot;:&quot;a7f27a9c-7d2c-4a9b-ae15-f57ac44da082&quot;,&quot;relativeTransform&quot;:{&quot;translate&quot;:{&quot;x&quot;:-1.8000330800289082e-15,&quot;y&quot;:-1.80003308002891e-15},&quot;rotate&quot;:0,&quot;skewX&quot;:-3.598624863870377e-17},&quot;opacity&quot;:0.3,&quot;path&quot;:{&quot;type&quot;:&quot;ELLIPSE&quot;,&quot;size&quot;:{&quot;x&quot;:1.8996224376324864,&quot;y&quot;:1.8996224376324877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1b842bff-e234-4616-a993-89020729ebb9&quot;,&quot;order&quot;:&quot;2&quot;}},&quot;9e200b70-508e-4e3b-88a8-97ee3b3a5f36&quot;:{&quot;type&quot;:&quot;FIGURE_OBJECT&quot;,&quot;id&quot;:&quot;9e200b70-508e-4e3b-88a8-97ee3b3a5f36&quot;,&quot;relativeTransform&quot;:{&quot;translate&quot;:{&quot;x&quot;:-1.3800253613554969e-14,&quot;y&quot;:2.2320410192358476e-14},&quot;rotate&quot;:0,&quot;skewX&quot;:-3.598624863870377e-17},&quot;opacity&quot;:0.57,&quot;path&quot;:{&quot;type&quot;:&quot;ELLIPSE&quot;,&quot;size&quot;:{&quot;x&quot;:1.4897873152694399,&quot;y&quot;:1.468196194758289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1b842bff-e234-4616-a993-89020729ebb9&quot;,&quot;order&quot;:&quot;5&quot;}},&quot;b7675f49-dc4d-4920-89c9-0e3c6a46e902&quot;:{&quot;type&quot;:&quot;FIGURE_OBJECT&quot;,&quot;id&quot;:&quot;b7675f49-dc4d-4920-89c9-0e3c6a46e902&quot;,&quot;relativeTransform&quot;:{&quot;translate&quot;:{&quot;x&quot;:2.2320410192358464e-14,&quot;y&quot;:-7.200132320115638e-16},&quot;rotate&quot;:0,&quot;skewX&quot;:-3.598624863870377e-17},&quot;opacity&quot;:0.57,&quot;path&quot;:{&quot;type&quot;:&quot;ELLIPSE&quot;,&quot;size&quot;:{&quot;x&quot;:1.219799267042847,&quot;y&quot;:1.219799267042848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1b842bff-e234-4616-a993-89020729ebb9&quot;,&quot;order&quot;:&quot;7&quot;}},&quot;a0be63f8-3b6b-42d8-9168-95c85227bdb2&quot;:{&quot;type&quot;:&quot;FIGURE_OBJECT&quot;,&quot;id&quot;:&quot;a0be63f8-3b6b-42d8-9168-95c85227bdb2&quot;,&quot;name&quot;:&quot;Antibody (round style)&quot;,&quot;relativeTransform&quot;:{&quot;translate&quot;:{&quot;x&quot;:117.78882149435609,&quot;y&quot;:-64.92549779111626},&quot;rotate&quot;:-0.7491814338521587,&quot;skewX&quot;:1.0948001987224091e-15,&quot;scale&quot;:{&quot;x&quot;:0.02225218720583138,&quot;y&quot;:0.022208123468790104}},&quot;opacity&quot;:1,&quot;image&quot;:{&quot;url&quot;:&quot;https://icons.cdn.biorender.com/biorender/5b43ad5344457700149c1ccf/5b43ab4244457700149c1cc7.png&quot;,&quot;fallbackUrl&quot;:&quot;sources/icons/5b43ad5344457700149c1ccf/5b43ab4244457700149c1cc7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88bf9783-3d2c-489c-a2b4-741e7210cd67&quot;,&quot;order&quot;:&quot;3&quot;}},&quot;170d1e04-4981-4753-a3b8-a05d5a54bb7d&quot;:{&quot;type&quot;:&quot;FIGURE_OBJECT&quot;,&quot;id&quot;:&quot;170d1e04-4981-4753-a3b8-a05d5a54bb7d&quot;,&quot;relativeTransform&quot;:{&quot;translate&quot;:{&quot;x&quot;:119.70021321631972,&quot;y&quot;:-62.770049793882094},&quot;rotate&quot;:2.450216264503374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88bf9783-3d2c-489c-a2b4-741e7210cd67&quot;,&quot;order&quot;:&quot;5&quot;}},&quot;067ad418-8738-4e2a-92cc-b7535a1789d6&quot;:{&quot;type&quot;:&quot;FIGURE_OBJECT&quot;,&quot;id&quot;:&quot;067ad418-8738-4e2a-92cc-b7535a1789d6&quot;,&quot;name&quot;:&quot;Sphere&quot;,&quot;relativeTransform&quot;:{&quot;translate&quot;:{&quot;x&quot;:-7.620140038789041e-14,&quot;y&quot;:4.2120774072676475e-14},&quot;rotate&quot;:-0.057805044765739305,&quot;skewX&quot;:7.656515253572468e-16,&quot;scale&quot;:{&quot;x&quot;:0.009754023584425989,&quot;y&quot;:0.009754023584426025}},&quot;opacity&quot;:1,&quot;image&quot;:{&quot;url&quot;:&quot;https://icons.biorender.com/biorender/5bdc6fec8241011200c7f505/sphere.png&quot;,&quot;fallbackUrl&quot;:&quot;https://res.cloudinary.com/dlcjuc3ej/image/upload/v1541173223/ugolkltfhigo2xqof4q2.svg#/keystone/api/icons/5bdc6fec8241011200c7f505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170d1e04-4981-4753-a3b8-a05d5a54bb7d&quot;,&quot;order&quot;:&quot;2&quot;}},&quot;8a2a8ead-19df-4d4d-b985-75dcfc1fbfd8&quot;:{&quot;type&quot;:&quot;FIGURE_OBJECT&quot;,&quot;id&quot;:&quot;8a2a8ead-19df-4d4d-b985-75dcfc1fbfd8&quot;,&quot;relativeTransform&quot;:{&quot;translate&quot;:{&quot;x&quot;:0,&quot;y&quot;:0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170d1e04-4981-4753-a3b8-a05d5a54bb7d&quot;,&quot;order&quot;:&quot;5&quot;}},&quot;66766e3a-e11b-4fa9-824a-47be273f97de&quot;:{&quot;type&quot;:&quot;FIGURE_OBJECT&quot;,&quot;id&quot;:&quot;66766e3a-e11b-4fa9-824a-47be273f97de&quot;,&quot;relativeTransform&quot;:{&quot;translate&quot;:{&quot;x&quot;:-1.8000330800289082e-15,&quot;y&quot;:-1.8000330800289094e-15},&quot;rotate&quot;:0,&quot;skewX&quot;:2.369770495131757e-16},&quot;opacity&quot;:0.3,&quot;path&quot;:{&quot;type&quot;:&quot;ELLIPSE&quot;,&quot;size&quot;:{&quot;x&quot;:1.8996224376324855,&quot;y&quot;:1.8996224376324875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8a2a8ead-19df-4d4d-b985-75dcfc1fbfd8&quot;,&quot;order&quot;:&quot;2&quot;}},&quot;daad232c-c521-4f68-a351-023a0125f1ab&quot;:{&quot;type&quot;:&quot;FIGURE_OBJECT&quot;,&quot;id&quot;:&quot;daad232c-c521-4f68-a351-023a0125f1ab&quot;,&quot;relativeTransform&quot;:{&quot;translate&quot;:{&quot;x&quot;:-1.380025361355496e-14,&quot;y&quot;:2.232041019235847e-14},&quot;rotate&quot;:0,&quot;skewX&quot;:2.369770495131757e-16},&quot;opacity&quot;:0.57,&quot;path&quot;:{&quot;type&quot;:&quot;ELLIPSE&quot;,&quot;size&quot;:{&quot;x&quot;:1.4897873152694394,&quot;y&quot;:1.4681961947582887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8a2a8ead-19df-4d4d-b985-75dcfc1fbfd8&quot;,&quot;order&quot;:&quot;5&quot;}},&quot;64f15e2e-a417-4f22-afbe-63271061411e&quot;:{&quot;type&quot;:&quot;FIGURE_OBJECT&quot;,&quot;id&quot;:&quot;64f15e2e-a417-4f22-afbe-63271061411e&quot;,&quot;relativeTransform&quot;:{&quot;translate&quot;:{&quot;x&quot;:2.232041019235846e-14,&quot;y&quot;:-7.200132320115636e-16},&quot;rotate&quot;:0,&quot;skewX&quot;:2.369770495131757e-16},&quot;opacity&quot;:0.57,&quot;path&quot;:{&quot;type&quot;:&quot;ELLIPSE&quot;,&quot;size&quot;:{&quot;x&quot;:1.2197992670428468,&quot;y&quot;:1.2197992670428475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8a2a8ead-19df-4d4d-b985-75dcfc1fbfd8&quot;,&quot;order&quot;:&quot;7&quot;}},&quot;7571a1cd-f3ab-4774-b932-769894e119fc&quot;:{&quot;type&quot;:&quot;FIGURE_OBJECT&quot;,&quot;id&quot;:&quot;7571a1cd-f3ab-4774-b932-769894e119fc&quot;,&quot;name&quot;:&quot;Antibody (round style)&quot;,&quot;relativeTransform&quot;:{&quot;translate&quot;:{&quot;x&quot;:122.3146322014111,&quot;y&quot;:-67.88757703201136},&quot;rotate&quot;:-1.6548419858571621,&quot;skewX&quot;:1.5327202782113752e-15,&quot;scale&quot;:{&quot;x&quot;:0.022252187205831362,&quot;y&quot;:0.02220812346879013}},&quot;opacity&quot;:1,&quot;image&quot;:{&quot;url&quot;:&quot;https://icons.biorender.com/biorender/5b43ad5344457700149c1cd2/antibody-round-style.png&quot;,&quot;fallbackUrl&quot;:&quot;https://res.cloudinary.com/dlcjuc3ej/image/upload/v1531161933/zpn7vzxgtovwxwksxjk1.svg#/keystone/api/icons/5b43ad5344457700149c1cd2/antibody-round-style.svg&quot;,&quot;size&quot;:{&quot;x&quot;:192,&quot;y&quot;:202},&quot;isPremium&quot;:false},&quot;source&quot;:{&quot;id&quot;:&quot;5b43ab4244457700149c1cc7&quot;,&quot;type&quot;:&quot;ASSETS&quot;},&quot;pathStyles&quot;:[{&quot;type&quot;:&quot;FILL&quot;,&quot;fillStyle&quot;:&quot;rgb(0,0,0)&quot;}],&quot;isLocked&quot;:false,&quot;parent&quot;:{&quot;type&quot;:&quot;CHILD&quot;,&quot;parentId&quot;:&quot;88bf9783-3d2c-489c-a2b4-741e7210cd67&quot;,&quot;order&quot;:&quot;6&quot;}},&quot;e8403bb8-a574-4546-b126-885a123fdd54&quot;:{&quot;type&quot;:&quot;FIGURE_OBJECT&quot;,&quot;id&quot;:&quot;e8403bb8-a574-4546-b126-885a123fdd54&quot;,&quot;relativeTransform&quot;:{&quot;translate&quot;:{&quot;x&quot;:125.19025573561785,&quot;y&quot;:-68.06125395358715},&quot;rotate&quot;:1.5445557124983713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88bf9783-3d2c-489c-a2b4-741e7210cd67&quot;,&quot;order&quot;:&quot;7&quot;}},&quot;d8ebb36b-e41f-4adc-b76f-3ed6d95bac11&quot;:{&quot;type&quot;:&quot;FIGURE_OBJECT&quot;,&quot;id&quot;:&quot;d8ebb36b-e41f-4adc-b76f-3ed6d95bac11&quot;,&quot;name&quot;:&quot;Sphere&quot;,&quot;relativeTransform&quot;:{&quot;translate&quot;:{&quot;x&quot;:-7.620140038789031e-14,&quot;y&quot;:4.2120774072676525e-14},&quot;rotate&quot;:-0.057805044765739444,&quot;skewX&quot;:1.1395743633224158e-15,&quot;scale&quot;:{&quot;x&quot;:0.00975402358442598,&quot;y&quot;:0.009754023584426038}},&quot;opacity&quot;:1,&quot;image&quot;:{&quot;url&quot;:&quot;https://icons.biorender.com/biorender/5bdc6fec8241011200c7f505/sphere.png&quot;,&quot;fallbackUrl&quot;:&quot;https://res.cloudinary.com/dlcjuc3ej/image/upload/v1541173223/ugolkltfhigo2xqof4q2.svg#/keystone/api/icons/5bdc6fec8241011200c7f505/sphere.svg&quot;,&quot;size&quot;:{&quot;x&quot;:150,&quot;y&quot;:150},&quot;isPremium&quot;:fals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e8403bb8-a574-4546-b126-885a123fdd54&quot;,&quot;order&quot;:&quot;2&quot;}},&quot;77061edd-565a-4d18-87d2-2ce9aa941683&quot;:{&quot;type&quot;:&quot;FIGURE_OBJECT&quot;,&quot;id&quot;:&quot;77061edd-565a-4d18-87d2-2ce9aa941683&quot;,&quot;relativeTransform&quot;:{&quot;translate&quot;:{&quot;x&quot;:0,&quot;y&quot;:0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e8403bb8-a574-4546-b126-885a123fdd54&quot;,&quot;order&quot;:&quot;5&quot;}},&quot;a96a9b29-f172-4d3a-b6fe-6671b816be1c&quot;:{&quot;type&quot;:&quot;FIGURE_OBJECT&quot;,&quot;id&quot;:&quot;a96a9b29-f172-4d3a-b6fe-6671b816be1c&quot;,&quot;relativeTransform&quot;:{&quot;translate&quot;:{&quot;x&quot;:-1.8000330800289082e-15,&quot;y&quot;:-1.800033080028912e-15},&quot;rotate&quot;:0,&quot;skewX&quot;:8.724697280230217e-16},&quot;opacity&quot;:0.3,&quot;path&quot;:{&quot;type&quot;:&quot;ELLIPSE&quot;,&quot;size&quot;:{&quot;x&quot;:1.899622437632484,&quot;y&quot;:1.8996224376324902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77061edd-565a-4d18-87d2-2ce9aa941683&quot;,&quot;order&quot;:&quot;2&quot;}},&quot;29f8a100-5782-4610-a17e-db1ca213d731&quot;:{&quot;type&quot;:&quot;FIGURE_OBJECT&quot;,&quot;id&quot;:&quot;29f8a100-5782-4610-a17e-db1ca213d731&quot;,&quot;relativeTransform&quot;:{&quot;translate&quot;:{&quot;x&quot;:-1.3800253613554934e-14,&quot;y&quot;:2.2320410192358505e-14},&quot;rotate&quot;:0,&quot;skewX&quot;:8.724697280230217e-16},&quot;opacity&quot;:0.57,&quot;path&quot;:{&quot;type&quot;:&quot;ELLIPSE&quot;,&quot;size&quot;:{&quot;x&quot;:1.489787315269438,&quot;y&quot;:1.4681961947582907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77061edd-565a-4d18-87d2-2ce9aa941683&quot;,&quot;order&quot;:&quot;5&quot;}},&quot;09f89676-00d6-4267-a072-93887116e789&quot;:{&quot;type&quot;:&quot;FIGURE_OBJECT&quot;,&quot;id&quot;:&quot;09f89676-00d6-4267-a072-93887116e789&quot;,&quot;relativeTransform&quot;:{&quot;translate&quot;:{&quot;x&quot;:2.2320410192358445e-14,&quot;y&quot;:-7.200132320115646e-16},&quot;rotate&quot;:0,&quot;skewX&quot;:8.724697280230217e-16},&quot;opacity&quot;:0.57,&quot;path&quot;:{&quot;type&quot;:&quot;ELLIPSE&quot;,&quot;size&quot;:{&quot;x&quot;:1.2197992670428457,&quot;y&quot;:1.219799267042849}},&quot;pathStyles&quot;:[{&quot;type&quot;:&quot;FILL&quot;,&quot;fillStyle&quot;:&quot;rgba(0, 240, 8, 1)&quot;},{&quot;type&quot;:&quot;STROKE&quot;,&quot;strokeStyle&quot;:&quot;#95AAD3&quot;,&quot;lineWidth&quot;:0,&quot;lineJoin&quot;:&quot;round&quot;}],&quot;isLocked&quot;:false,&quot;parent&quot;:{&quot;type&quot;:&quot;CHILD&quot;,&quot;parentId&quot;:&quot;77061edd-565a-4d18-87d2-2ce9aa941683&quot;,&quot;order&quot;:&quot;7&quot;}},&quot;607bf0a8-71c6-4bfe-a5a1-14d83212f7cc&quot;:{&quot;type&quot;:&quot;FIGURE_OBJECT&quot;,&quot;id&quot;:&quot;607bf0a8-71c6-4bfe-a5a1-14d83212f7cc&quot;,&quot;parent&quot;:{&quot;type&quot;:&quot;CHILD&quot;,&quot;parentId&quot;:&quot;db3d186c-66d8-4593-972a-a2b7e4fbb26a&quot;,&quot;order&quot;:&quot;999999999825&quot;},&quot;relativeTransform&quot;:{&quot;translate&quot;:{&quot;x&quot;:0,&quot;y&quot;:0},&quot;rotate&quot;:0}},&quot;97693d1a-5c09-4689-b600-8db852652eea&quot;:{&quot;type&quot;:&quot;FIGURE_OBJECT&quot;,&quot;id&quot;:&quot;97693d1a-5c09-4689-b600-8db852652eea&quot;,&quot;name&quot;:&quot;Laser beam&quot;,&quot;relativeTransform&quot;:{&quot;translate&quot;:{&quot;x&quot;:39.27713620839411,&quot;y&quot;:97.6584674219334},&quot;rotate&quot;:-0.45642677403887827,&quot;skewX&quot;:2.94330272038143e-17,&quot;scale&quot;:{&quot;x&quot;:0.030346434726910343,&quot;y&quot;:0.014126982978733497}},&quot;opacity&quot;:1,&quot;image&quot;:{&quot;url&quot;:&quot;https://icons.cdn.biorender.com/biorender/5a9d6f921972f0001466efa0/5a9d6f67a7596b0014af678b.png&quot;,&quot;fallbackUrl&quot;:&quot;sources/icons/5a9d6f921972f0001466efa0/5a9d6f67a7596b0014af678b.svg&quot;,&quot;size&quot;:{&quot;x&quot;:1087,&quot;y&quot;:77},&quot;isPremium&quot;:false},&quot;source&quot;:{&quot;id&quot;:&quot;5a9d6f67a7596b0014af678b&quot;,&quot;type&quot;:&quot;ASSETS&quot;},&quot;pathStyles&quot;:[{&quot;type&quot;:&quot;FILL&quot;,&quot;fillStyle&quot;:&quot;rgb(0,0,0)&quot;}],&quot;isLocked&quot;:false,&quot;parent&quot;:{&quot;type&quot;:&quot;CHILD&quot;,&quot;parentId&quot;:&quot;607bf0a8-71c6-4bfe-a5a1-14d83212f7cc&quot;,&quot;order&quot;:&quot;2&quot;}},&quot;7f011b30-52fa-4bc1-9d6d-f718ab5b59e4&quot;:{&quot;id&quot;:&quot;7f011b30-52fa-4bc1-9d6d-f718ab5b59e4&quot;,&quot;name&quot;:&quot;Laser&quot;,&quot;displayName&quot;:&quot;&quot;,&quot;type&quot;:&quot;FIGURE_OBJECT&quot;,&quot;relativeTransform&quot;:{&quot;translate&quot;:{&quot;x&quot;:22.05528552967707,&quot;y&quot;:106.10093378234946},&quot;rotate&quot;:-0.45642677403887794,&quot;skewX&quot;:-1.6390210549856345e-16,&quot;scale&quot;:{&quot;x&quot;:0.2519988081838517,&quot;y&quot;:0.2519988081838519}},&quot;image&quot;:{&quot;url&quot;:&quot;https://icons.biorender.com/biorender/63288a9a323c610028b9b655/laser.png&quot;,&quot;fallbackUrl&quot;:&quot;https://res.cloudinary.com/dlcjuc3ej/image/upload/v1663601304/pojonge7dtiqjvjapm8f.svg#/keystone/api/icons/63288a9a323c610028b9b655/laser.svg&quot;,&quot;isPremium&quot;:false,&quot;size&quot;:{&quot;x&quot;:50,&quot;y&quot;:17}},&quot;source&quot;:{&quot;id&quot;:&quot;63288a6b323c610028b9b653&quot;,&quot;type&quot;:&quot;ASSETS&quot;},&quot;isPremium&quot;:false,&quot;parent&quot;:{&quot;type&quot;:&quot;CHILD&quot;,&quot;parentId&quot;:&quot;607bf0a8-71c6-4bfe-a5a1-14d83212f7cc&quot;,&quot;order&quot;:&quot;5&quot;}},&quot;d5c39a67-31a3-4819-81d5-f402dffc4491&quot;:{&quot;type&quot;:&quot;FIGURE_OBJECT&quot;,&quot;id&quot;:&quot;d5c39a67-31a3-4819-81d5-f402dffc4491&quot;,&quot;parent&quot;:{&quot;type&quot;:&quot;CHILD&quot;,&quot;parentId&quot;:&quot;db3d186c-66d8-4593-972a-a2b7e4fbb26a&quot;,&quot;order&quot;:&quot;99999999982&quot;},&quot;relativeTransform&quot;:{&quot;translate&quot;:{&quot;x&quot;:0,&quot;y&quot;:0},&quot;rotate&quot;:0}},&quot;902229db-69e3-40d6-b712-7e025d20bd30&quot;:{&quot;type&quot;:&quot;FIGURE_OBJECT&quot;,&quot;id&quot;:&quot;902229db-69e3-40d6-b712-7e025d20bd30&quot;,&quot;name&quot;:&quot;Laser beam&quot;,&quot;relativeTransform&quot;:{&quot;translate&quot;:{&quot;x&quot;:39.87592520224091,&quot;y&quot;:98.71443968486003},&quot;rotate&quot;:0,&quot;skewX&quot;:0,&quot;scale&quot;:{&quot;x&quot;:0.03034643472691034,&quot;y&quot;:0.01412698297873349}},&quot;opacity&quot;:1,&quot;image&quot;:{&quot;url&quot;:&quot;https://icons.biorender.com/biorender/5a9d6f921972f0001466efa1/laser-beam.png&quot;,&quot;fallbackUrl&quot;:&quot;https://res.cloudinary.com/dlcjuc3ej/image/upload/v1520267151/pfuql3ankxqu9c1jdrkm.svg#/keystone/api/icons/5a9d6f921972f0001466efa1/laser-beam.svg&quot;,&quot;size&quot;:{&quot;x&quot;:1087,&quot;y&quot;:77},&quot;isPremium&quot;:false},&quot;source&quot;:{&quot;id&quot;:&quot;5a9d6f67a7596b0014af678b&quot;,&quot;type&quot;:&quot;ASSETS&quot;},&quot;pathStyles&quot;:[{&quot;type&quot;:&quot;FILL&quot;,&quot;fillStyle&quot;:&quot;rgb(0,0,0)&quot;}],&quot;isLocked&quot;:false,&quot;parent&quot;:{&quot;type&quot;:&quot;CHILD&quot;,&quot;parentId&quot;:&quot;d5c39a67-31a3-4819-81d5-f402dffc4491&quot;,&quot;order&quot;:&quot;2&quot;}},&quot;f9f1e66b-ad2c-4a15-85ec-2d9c7d7d2676&quot;:{&quot;id&quot;:&quot;f9f1e66b-ad2c-4a15-85ec-2d9c7d7d2676&quot;,&quot;name&quot;:&quot;Laser&quot;,&quot;displayName&quot;:&quot;&quot;,&quot;type&quot;:&quot;FIGURE_OBJECT&quot;,&quot;relativeTransform&quot;:{&quot;translate&quot;:{&quot;x&quot;:19.653418432862217,&quot;y&quot;:98.6242100227072},&quot;rotate&quot;:0,&quot;skewX&quot;:0,&quot;scale&quot;:{&quot;x&quot;:0.2519988081838516,&quot;y&quot;:0.2519988081838516}},&quot;image&quot;:{&quot;url&quot;:&quot;https://icons.biorender.com/biorender/63288a9a323c610028b9b655/laser.png&quot;,&quot;fallbackUrl&quot;:&quot;https://res.cloudinary.com/dlcjuc3ej/image/upload/v1663601304/pojonge7dtiqjvjapm8f.svg#/keystone/api/icons/63288a9a323c610028b9b655/laser.svg&quot;,&quot;isPremium&quot;:false,&quot;size&quot;:{&quot;x&quot;:50,&quot;y&quot;:17}},&quot;source&quot;:{&quot;id&quot;:&quot;63288a6b323c610028b9b653&quot;,&quot;type&quot;:&quot;ASSETS&quot;},&quot;isPremium&quot;:false,&quot;parent&quot;:{&quot;type&quot;:&quot;CHILD&quot;,&quot;parentId&quot;:&quot;d5c39a67-31a3-4819-81d5-f402dffc4491&quot;,&quot;order&quot;:&quot;5&quot;}},&quot;784451d6-e863-47b3-a767-f6e0184f98b8&quot;:{&quot;id&quot;:&quot;784451d6-e863-47b3-a767-f6e0184f98b8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57875105-f264-4eee-8889-8917bda7bde6&quot;,&quot;order&quot;:&quot;8&quot;}},&quot;57875105-f264-4eee-8889-8917bda7bde6&quot;:{&quot;id&quot;:&quot;57875105-f264-4eee-8889-8917bda7bde6&quot;,&quot;type&quot;:&quot;FIGURE_OBJECT&quot;,&quot;document&quot;:{&quot;type&quot;:&quot;DOCUMENT_GROUP&quot;,&quot;canvasType&quot;:&quot;SLIDE&quot;,&quot;units&quot;:&quot;in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c79ad4563a16adf5eb2b4"/>
  <p:tag name="FIGURESLIDEID" val="784451d6-e863-47b3-a767-f6e0184f98b8"/>
  <p:tag name="SELECTIONIDS" val="4a93608b-70b5-43a1-b4cf-6b4f5c3cb2a5"/>
  <p:tag name="TRANSPARENTBACKGROUND" val="true"/>
  <p:tag name="VERSION" val="1780252869800"/>
  <p:tag name="TITLE" val="Porposa 16s"/>
  <p:tag name="CREATORNAME" val="Gugulethu Mzobe"/>
  <p:tag name="DATEINSERTED" val="1780252870357"/>
  <p:tag name="DPI" val="300"/>
  <p:tag name="BIOJSON" val="{&quot;id&quot;:&quot;57875105-f264-4eee-8889-8917bda7bde6&quot;,&quot;objects&quot;:{&quot;4a93608b-70b5-43a1-b4cf-6b4f5c3cb2a5&quot;:{&quot;id&quot;:&quot;4a93608b-70b5-43a1-b4cf-6b4f5c3cb2a5&quot;,&quot;type&quot;:&quot;FIGURE_OBJECT&quot;,&quot;parent&quot;:{&quot;type&quot;:&quot;CHILD&quot;,&quot;parentId&quot;:&quot;784451d6-e863-47b3-a767-f6e0184f98b8&quot;,&quot;order&quot;:&quot;7&quot;},&quot;layout&quot;:{&quot;sizeRatio&quot;:{&quot;x&quot;:0.88,&quot;y&quot;:0.88},&quot;keepAspectRatio&quot;:false},&quot;source&quot;:{&quot;id&quot;:&quot;62ccc36459dc10d0850c42df&quot;,&quot;type&quot;:&quot;TEMPLATES&quot;},&quot;assetId&quot;:&quot;62ccc36459dc10d0850c42df&quot;,&quot;relativeTransform&quot;:{&quot;translate&quot;:{&quot;x&quot;:259.1607635812352,&quot;y&quot;:-121.76885912288907},&quot;rotate&quot;:0,&quot;skewX&quot;:0,&quot;scale&quot;:{&quot;x&quot;:1,&quot;y&quot;:1}}},&quot;6b97a0dc-e9ef-4de9-b4f6-914d5d59a98c&quot;:{&quot;type&quot;:&quot;FIGURE_OBJECT&quot;,&quot;id&quot;:&quot;6b97a0dc-e9ef-4de9-b4f6-914d5d59a98c&quot;,&quot;relativeTransform&quot;:{&quot;translate&quot;:{&quot;x&quot;:-0.00001262408364566064,&quot;y&quot;:0.027716933289244856},&quot;rotate&quot;:0},&quot;opacity&quot;:1,&quot;path&quot;:{&quot;type&quot;:&quot;RECT&quot;,&quot;size&quot;:{&quot;x&quot;:122.86263179734762,&quot;y&quot;:41.98835902927486},&quot;cornerRounding&quot;:{&quot;type&quot;:&quot;ARC_LENGTH&quot;,&quot;global&quot;:10.126153605691346},&quot;selectedObjectIds&quot;:[&quot;0b521348-a4d6-4d32-ae98-89d155a30fda&quot;]},&quot;pathStyles&quot;:[{&quot;type&quot;:&quot;FILL&quot;,&quot;fillStyle&quot;:&quot;rgb(244, 247, 255)&quot;},{&quot;type&quot;:&quot;STROKE&quot;,&quot;strokeStyle&quot;:&quot;rgba(0,0,0,0)&quot;,&quot;lineWidth&quot;:0.7431567969783163,&quot;lineJoin&quot;:&quot;round&quot;}],&quot;isLocked&quot;:false,&quot;parent&quot;:{&quot;type&quot;:&quot;CHILD&quot;,&quot;parentId&quot;:&quot;4a93608b-70b5-43a1-b4cf-6b4f5c3cb2a5&quot;,&quot;order&quot;:&quot;95&quot;},&quot;layout&quot;:{&quot;sizeRatio&quot;:{&quot;x&quot;:0.88,&quot;y&quot;:0.88},&quot;keepAspectRatio&quot;:false}},&quot;ba474a95-bb82-4434-af52-4b166f6b1811&quot;:{&quot;id&quot;:&quot;ba474a95-bb82-4434-af52-4b166f6b1811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0.89963302234864,&quot;color&quot;:&quot;rgba(58,104,174,1)&quot;,&quot;fontWeight&quot;:&quot;bold&quot;,&quot;fontStyle&quot;:&quot;normal&quot;,&quot;decoration&quot;:&quot;none&quot;,&quot;script&quot;:&quot;none&quot;},&quot;range&quot;:[0,34]}],&quot;text&quot;:&quot;Next Generation Sequencing Workflow&quot;,&quot;baseStyle&quot;:{&quot;fontFamily&quot;:&quot;Roboto&quot;,&quot;fontSize&quot;:10.89963302234864,&quot;color&quot;:&quot;rgba(58,104,174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108.11911598166589,&quot;y&quot;:24.950250863885337},&quot;targetSize&quot;:{&quot;x&quot;:108.11911598166589,&quot;y&quot;:2},&quot;verticalAlign&quot;:&quot;TOP&quot;},&quot;parent&quot;:{&quot;type&quot;:&quot;CHILD&quot;,&quot;parentId&quot;:&quot;6b97a0dc-e9ef-4de9-b4f6-914d5d59a98c&quot;,&quot;order&quot;:&quot;5&quot;}},&quot;1dee6932-53ad-45c4-babc-0405557268ee&quot;:{&quot;type&quot;:&quot;FIGURE_OBJECT&quot;,&quot;id&quot;:&quot;1dee6932-53ad-45c4-babc-0405557268ee&quot;,&quot;relativeTransform&quot;:{&quot;translate&quot;:{&quot;x&quot;:-0.00016983361184151496,&quot;y&quot;:-64.49790312167718},&quot;rotate&quot;:0},&quot;opacity&quot;:1,&quot;path&quot;:{&quot;type&quot;:&quot;POLY_LINE&quot;,&quot;points&quot;:[{&quot;x&quot;:0,&quot;y&quot;:-59.980845129528376},{&quot;x&quot;:0,&quot;y&quot;:59.980845129528376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EAEAEA00&quot;,&quot;1&quot;:&quot;#EAEAEA&quot;,&quot;0.45&quot;:&quot;#EAEAEA&quot;}},&quot;lineWidth&quot;:4.458940781869898,&quot;lineJoin&quot;:&quot;round&quot;}],&quot;isLocked&quot;:false,&quot;parent&quot;:{&quot;type&quot;:&quot;CHILD&quot;,&quot;parentId&quot;:&quot;4a93608b-70b5-43a1-b4cf-6b4f5c3cb2a5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cc12d673-29bd-4cda-bbce-035dce13f8b5&quot;:{&quot;type&quot;:&quot;FIGURE_OBJECT&quot;,&quot;id&quot;:&quot;cc12d673-29bd-4cda-bbce-035dce13f8b5&quot;,&quot;relativeTransform&quot;:{&quot;translate&quot;:{&quot;x&quot;:-0.010279314461290458,&quot;y&quot;:62.64002876701003},&quot;rotate&quot;:3.141592653589793},&quot;opacity&quot;:1,&quot;path&quot;:{&quot;type&quot;:&quot;POLY_LINE&quot;,&quot;points&quot;:[{&quot;x&quot;:0,&quot;y&quot;:-59.980845129528376},{&quot;x&quot;:0,&quot;y&quot;:59.980845129528376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EAEAEA00&quot;,&quot;1&quot;:&quot;#EAEAEA&quot;,&quot;0.45&quot;:&quot;#EAEAEA&quot;}},&quot;lineWidth&quot;:4.458940781869898,&quot;lineJoin&quot;:&quot;round&quot;}],&quot;isLocked&quot;:false,&quot;parent&quot;:{&quot;type&quot;:&quot;CHILD&quot;,&quot;parentId&quot;:&quot;4a93608b-70b5-43a1-b4cf-6b4f5c3cb2a5&quot;,&quot;order&quot;:&quot;4&quot;},&quot;connectorInfo&quot;:{&quot;connectedObjects&quot;:[],&quot;type&quot;:&quot;LINE&quot;,&quot;offset&quot;:{&quot;x&quot;:0,&quot;y&quot;:0},&quot;bending&quot;:0.1,&quot;firstElementIsHead&quot;:true,&quot;customized&quot;:false}},&quot;e07378ab-05a6-4ee1-89d4-ef6068f1318e&quot;:{&quot;type&quot;:&quot;FIGURE_OBJECT&quot;,&quot;id&quot;:&quot;e07378ab-05a6-4ee1-89d4-ef6068f1318e&quot;,&quot;relativeTransform&quot;:{&quot;translate&quot;:{&quot;x&quot;:88.27328847237315,&quot;y&quot;:-0.04768134254265962},&quot;rotate&quot;:1.5707963267948966},&quot;opacity&quot;:1,&quot;path&quot;:{&quot;type&quot;:&quot;POLY_LINE&quot;,&quot;points&quot;:[{&quot;x&quot;:0,&quot;y&quot;:-88.03608363560133},{&quot;x&quot;:0,&quot;y&quot;:88.03608363560133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EAEAEA00&quot;,&quot;1&quot;:&quot;#EAEAEA&quot;,&quot;0.45&quot;:&quot;#EAEAEA&quot;}},&quot;lineWidth&quot;:4.458940781869898,&quot;lineJoin&quot;:&quot;round&quot;}],&quot;isLocked&quot;:false,&quot;parent&quot;:{&quot;type&quot;:&quot;CHILD&quot;,&quot;parentId&quot;:&quot;4a93608b-70b5-43a1-b4cf-6b4f5c3cb2a5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1a59c9c8-0767-4d04-b575-3e963968b382&quot;:{&quot;type&quot;:&quot;FIGURE_OBJECT&quot;,&quot;id&quot;:&quot;1a59c9c8-0767-4d04-b575-3e963968b382&quot;,&quot;relativeTransform&quot;:{&quot;translate&quot;:{&quot;x&quot;:-88.61299943096029,&quot;y&quot;:-0.05779082339208955},&quot;rotate&quot;:-1.570796326794897},&quot;opacity&quot;:1,&quot;path&quot;:{&quot;type&quot;:&quot;POLY_LINE&quot;,&quot;points&quot;:[{&quot;x&quot;:0,&quot;y&quot;:-86.40625897618914},{&quot;x&quot;:0,&quot;y&quot;:86.4062589761891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EAEAEA00&quot;,&quot;1&quot;:&quot;#EAEAEA&quot;,&quot;0.45&quot;:&quot;#EAEAEA&quot;}},&quot;lineWidth&quot;:4.458940781869898,&quot;lineJoin&quot;:&quot;round&quot;}],&quot;isLocked&quot;:false,&quot;parent&quot;:{&quot;type&quot;:&quot;CHILD&quot;,&quot;parentId&quot;:&quot;4a93608b-70b5-43a1-b4cf-6b4f5c3cb2a5&quot;,&quot;order&quot;:&quot;4&quot;},&quot;connectorInfo&quot;:{&quot;connectedObjects&quot;:[],&quot;type&quot;:&quot;LINE&quot;,&quot;offset&quot;:{&quot;x&quot;:0,&quot;y&quot;:0},&quot;bending&quot;:0.1,&quot;firstElementIsHead&quot;:true,&quot;customized&quot;:false}},&quot;73eba419-b738-4bbb-b56a-6827b6eb3a7d&quot;:{&quot;id&quot;:&quot;73eba419-b738-4bbb-b56a-6827b6eb3a7d&quot;,&quot;type&quot;:&quot;FIGURE_OBJECT&quot;,&quot;relativeTransform&quot;:{&quot;translate&quot;:{&quot;x&quot;:-154.2548112313769,&quot;y&quot;:-106.75603001128667},&quot;rotate&quot;:0},&quot;text&quot;:{&quot;textData&quot;:{&quot;lineSpacing&quot;:&quot;normal&quot;,&quot;alignment&quot;:&quot;left&quot;,&quot;lines&quot;:[{&quot;runs&quot;:[{&quot;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,&quot;range&quot;:[0,6]}],&quot;text&quot;:&quot;Step 1:&quot;,&quot;base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23.92822190414223,&quot;y&quot;:8.917881563739796},&quot;targetSize&quot;:{&quot;x&quot;:23.92822190414223,&quot;y&quot;:8.917881563739796},&quot;verticalAlign&quot;:&quot;TOP&quot;},&quot;parent&quot;:{&quot;type&quot;:&quot;CHILD&quot;,&quot;parentId&quot;:&quot;4a93608b-70b5-43a1-b4cf-6b4f5c3cb2a5&quot;,&quot;order&quot;:&quot;98&quot;}},&quot;4425369e-4844-4cee-a231-54df0e01550b&quot;:{&quot;id&quot;:&quot;4425369e-4844-4cee-a231-54df0e01550b&quot;,&quot;type&quot;:&quot;FIGURE_OBJECT&quot;,&quot;relativeTransform&quot;:{&quot;translate&quot;:{&quot;x&quot;:154.68849054166841,&quot;y&quot;:-106.75602219163123},&quot;rotate&quot;:0},&quot;text&quot;:{&quot;textData&quot;:{&quot;lineSpacing&quot;:&quot;normal&quot;,&quot;alignment&quot;:&quot;right&quot;,&quot;lines&quot;:[{&quot;runs&quot;:[{&quot;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,&quot;range&quot;:[0,6]}],&quot;text&quot;:&quot;Step 2:&quot;,&quot;base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23.920882177486217,&quot;y&quot;:8.917881563739796},&quot;targetSize&quot;:{&quot;x&quot;:23.920882177486217,&quot;y&quot;:8.917881563739796},&quot;verticalAlign&quot;:&quot;TOP&quot;},&quot;parent&quot;:{&quot;type&quot;:&quot;CHILD&quot;,&quot;parentId&quot;:&quot;4a93608b-70b5-43a1-b4cf-6b4f5c3cb2a5&quot;,&quot;order&quot;:&quot;99&quot;}},&quot;53f8c97c-249a-4456-a77e-1c5533495638&quot;:{&quot;id&quot;:&quot;53f8c97c-249a-4456-a77e-1c5533495638&quot;,&quot;type&quot;:&quot;FIGURE_OBJECT&quot;,&quot;relativeTransform&quot;:{&quot;translate&quot;:{&quot;x&quot;:128.78506476136454,&quot;y&quot;:-97.51833144643581},&quot;rotate&quot;:0},&quot;text&quot;:{&quot;textData&quot;:{&quot;lineSpacing&quot;:&quot;normal&quot;,&quot;alignment&quot;:&quot;right&quot;,&quot;lines&quot;:[{&quot;runs&quot;:[{&quot;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,&quot;range&quot;:[0,18]}],&quot;text&quot;:&quot;Library preparation&quot;,&quot;base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75.72773373809397,&quot;y&quot;:10.40419515769643},&quot;targetSize&quot;:{&quot;x&quot;:75.72773373809397,&quot;y&quot;:10.40419515769643},&quot;verticalAlign&quot;:&quot;TOP&quot;},&quot;parent&quot;:{&quot;type&quot;:&quot;CHILD&quot;,&quot;parentId&quot;:&quot;4a93608b-70b5-43a1-b4cf-6b4f5c3cb2a5&quot;,&quot;order&quot;:&quot;999&quot;}},&quot;6552c807-5fac-4cc5-8315-408d8c7b3c76&quot;:{&quot;type&quot;:&quot;FIGURE_OBJECT&quot;,&quot;id&quot;:&quot;6552c807-5fac-4cc5-8315-408d8c7b3c76&quot;,&quot;name&quot;:&quot;Eppendorf tube (1/3 liquid, open)&quot;,&quot;relativeTransform&quot;:{&quot;translate&quot;:{&quot;x&quot;:-121.61254352939322,&quot;y&quot;:-54.77119396270659},&quot;rotate&quot;:0,&quot;skewX&quot;:0,&quot;scale&quot;:{&quot;x&quot;:0.13519324763230872,&quot;y&quot;:0.1351932476323087}},&quot;opacity&quot;:1,&quot;image&quot;:{&quot;url&quot;:&quot;https://icons.biorender.com/biorender/5e41d7bee250000028d2f67b/20200210222445/image/eppendorf-tube-1-3-open.png&quot;,&quot;fallbackUrl&quot;:&quot;https://res.cloudinary.com/dlcjuc3ej/image/upload/v1581373485/m3ui4koc2z6ezukn2zik.svg#/keystone/api/icons/5e41d7bee250000028d2f67b/20200210222445/image/eppendorf-tube-1-3-open.svg&quot;,&quot;size&quot;:{&quot;x&quot;:248,&quot;y&quot;:443},&quot;isPremium&quot;:false},&quot;source&quot;:{&quot;id&quot;:&quot;5e41d7bee250000028d2f67b&quot;,&quot;type&quot;:&quot;ASSETS&quot;},&quot;pathStyles&quot;:[{&quot;type&quot;:&quot;FILL&quot;,&quot;fillStyle&quot;:&quot;rgb(0,0,0)&quot;}],&quot;isLocked&quot;:false,&quot;parent&quot;:{&quot;type&quot;:&quot;CHILD&quot;,&quot;parentId&quot;:&quot;4a93608b-70b5-43a1-b4cf-6b4f5c3cb2a5&quot;,&quot;order&quot;:&quot;9992&quot;}},&quot;2a1c52b1-fde5-4c84-8ecd-d62523b501ce&quot;:{&quot;type&quot;:&quot;FIGURE_OBJECT&quot;,&quot;id&quot;:&quot;2a1c52b1-fde5-4c84-8ecd-d62523b501ce&quot;,&quot;parent&quot;:{&quot;type&quot;:&quot;CHILD&quot;,&quot;parentId&quot;:&quot;4a93608b-70b5-43a1-b4cf-6b4f5c3cb2a5&quot;,&quot;order&quot;:&quot;9996&quot;},&quot;relativeTransform&quot;:{&quot;translate&quot;:{&quot;x&quot;:-77.44126748296327,&quot;y&quot;:-56.20199159297426},&quot;rotate&quot;:0}},&quot;0ca1e972-ae01-489e-89c8-66932745ebba&quot;:{&quot;relativeTransform&quot;:{&quot;translate&quot;:{&quot;x&quot;:16.758010019015273,&quot;y&quot;:-7.226705048653586},&quot;rotate&quot;:1.5707963267948966},&quot;type&quot;:&quot;FIGURE_OBJECT&quot;,&quot;id&quot;:&quot;0ca1e972-ae01-489e-89c8-66932745ebba&quot;,&quot;name&quot;:&quot;dsDNA brush 1 (straight)&quot;,&quot;displayName&quot;:&quot;dsDNA brush (straight)&quot;,&quot;opacity&quot;:1,&quot;source&quot;:{&quot;id&quot;:&quot;5e75573302a72400a91d3c9b&quot;,&quot;type&quot;:&quot;ASSETS&quot;},&quot;path&quot;:{&quot;type&quot;:&quot;POLY_LINE&quot;,&quot;points&quot;:[{&quot;x&quot;:-18.392968102713326,&quot;y&quot;:-7.227831638473998},{&quot;x&quot;:1.5410711307774172,&quot;y&quot;:-5.9717633737383125},{&quot;x&quot;:0.5294290367595073,&quot;y&quot;:9.409058887248648},{&quot;x&quot;:11.951558005947913,&quot;y&quot;:7.701588170752342},{&quot;x&quot;:20.679478917454645,&quot;y&quot;:14.615875917387024},{&quot;x&quot;:25.59918985505513,&quot;y&quot;:1.535402045054677},{&quot;x&quot;:15.31227774494039,&quot;y&quot;:-5.512093341746481},{&quot;x&quot;:24.521426628593126,&quot;y&quot;:-18.566849229824115},{&quot;x&quot;:12.251088589424146,&quot;y&quot;:-22.263905429060237},{&quot;x&quot;:4.598927642699784,&quot;y&quot;:-35.00716662724742}],&quot;closed&quot;:false},&quot;pathStyles&quot;:[{&quot;type&quot;:&quot;FILL&quot;,&quot;fillStyle&quot;:&quot;rgba(0,0,0,0)&quot;},{&quot;type&quot;:&quot;STROKE&quot;,&quot;strokeStyle&quot;:&quot;rgba(0,0,0,0)&quot;,&quot;lineWidth&quot;:5.5736759773373725,&quot;lineJoin&quot;:&quot;round&quot;}],&quot;pathSmoothing&quot;:{&quot;type&quot;:&quot;CATMULL_SMOOTHING&quot;,&quot;smoothing&quot;:0.2},&quot;pathPattern&quot;:{&quot;type&quot;:&quot;ROW&quot;,&quot;patternId&quot;:&quot;ad08ecca-d95a-4a1e-a93c-29411936538a&quot;,&quot;patternTransform&quot;:{&quot;translate&quot;:{&quot;x&quot;:0.000027960239175948845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82920522,&quot;align&quot;:&quot;CENTER&quot;},&quot;isPremium&quot;:true},&quot;isLocked&quot;:false,&quot;parent&quot;:{&quot;type&quot;:&quot;CHILD&quot;,&quot;parentId&quot;:&quot;2a1c52b1-fde5-4c84-8ecd-d62523b501ce&quot;,&quot;order&quot;:&quot;5&quot;},&quot;isPremium&quot;:true,&quot;connectorInfo&quot;:{&quot;connectedObjects&quot;:[],&quot;type&quot;:&quot;LINE&quot;,&quot;offset&quot;:{&quot;x&quot;:0,&quot;y&quot;:0},&quot;bending&quot;:0.1,&quot;firstElementIsHead&quot;:true,&quot;customized&quot;:true}},&quot;be3279e4-ed36-4533-8665-c1acfc059c2e&quot;:{&quot;type&quot;:&quot;FIGURE_OBJECT&quot;,&quot;id&quot;:&quot;be3279e4-ed36-4533-8665-c1acfc059c2e&quot;,&quot;parent&quot;:{&quot;type&quot;:&quot;CROP&quot;,&quot;parentId&quot;:&quot;2a1c52b1-fde5-4c84-8ecd-d62523b501ce&quot;,&quot;order&quot;:&quot;5&quot;},&quot;relativeTransform&quot;:{&quot;translate&quot;:{&quot;x&quot;:20.952694169332133,&quot;y&quot;:5.523696188188541},&quot;rotate&quot;:0,&quot;skewX&quot;:0,&quot;scale&quot;:{&quot;x&quot;:25.016873954825584,&quot;y&quot;:25.792546671060165}},&quot;path&quot;:{&quot;type&quot;:&quot;ELLIPSE&quot;,&quot;size&quot;:{&quot;x&quot;:2,&quot;y&quot;:2}},&quot;pathStyles&quot;:[{&quot;type&quot;:&quot;FILL&quot;,&quot;fillStyle&quot;:&quot;#fff&quot;}],&quot;isFrozen&quot;:true},&quot;d295a4d2-e19f-4beb-8ae4-d9215de2e8d6&quot;:{&quot;type&quot;:&quot;FIGURE_OBJECT&quot;,&quot;id&quot;:&quot;d295a4d2-e19f-4beb-8ae4-d9215de2e8d6&quot;,&quot;name&quot;:&quot;dsDNA brush 2 (wavy)&quot;,&quot;relativeTransform&quot;:{&quot;translate&quot;:{&quot;x&quot;:102.12728047420126,&quot;y&quot;:-68.09192806584025},&quot;rotate&quot;:0},&quot;opacity&quot;:1,&quot;source&quot;:{&quot;id&quot;:&quot;5ee8df7e305f3a00ae69fcb6&quot;,&quot;type&quot;:&quot;ASSETS&quot;},&quot;path&quot;:{&quot;type&quot;:&quot;POLY_LINE&quot;,&quot;points&quot;:[{&quot;x&quot;:-5.625545471892839,&quot;y&quot;:0},{&quot;x&quot;:5.625545471892924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7cd7007e-850a-418b-a3fc-8982ac9ba2ee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a93608b-70b5-43a1-b4cf-6b4f5c3cb2a5&quot;,&quot;order&quot;:&quot;9998&quot;},&quot;isPremium&quot;:true},&quot;d02e3cd2-08c2-444e-8e0c-84da3c7db63a&quot;:{&quot;type&quot;:&quot;FIGURE_OBJECT&quot;,&quot;id&quot;:&quot;d02e3cd2-08c2-444e-8e0c-84da3c7db63a&quot;,&quot;relativeTransform&quot;:{&quot;translate&quot;:{&quot;x&quot;:101.45487179264889,&quot;y&quot;:-59.3605425190459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4a93608b-70b5-43a1-b4cf-6b4f5c3cb2a5&quot;,&quot;order&quot;:&quot;99982&quot;}},&quot;0bf948b2-a635-4379-b2f5-42a6ca83c5a7&quot;:{&quot;type&quot;:&quot;FIGURE_OBJECT&quot;,&quot;id&quot;:&quot;0bf948b2-a635-4379-b2f5-42a6ca83c5a7&quot;,&quot;relativeTransform&quot;:{&quot;translate&quot;:{&quot;x&quot;:0,&quot;y&quot;:1.3474360411718487},&quot;rotate&quot;:0},&quot;opacity&quot;:1,&quot;path&quot;:{&quot;type&quot;:&quot;POLY_LINE&quot;,&quot;points&quot;:[{&quot;x&quot;:-9.376078709678431,&quot;y&quot;:0},{&quot;x&quot;:13.85080824661079,&quot;y&quot;:0}],&quot;closed&quot;:false},&quot;pathStyles&quot;:[{&quot;type&quot;:&quot;FILL&quot;,&quot;fillStyle&quot;:&quot;rgba(0,0,0,0)&quot;},{&quot;type&quot;:&quot;STROKE&quot;,&quot;strokeStyle&quot;:&quot;#232323&quot;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02e3cd2-08c2-444e-8e0c-84da3c7db63a&quot;,&quot;order&quot;:&quot;2&quot;}},&quot;8527ab69-e5ef-4e90-8a94-0d17af07f942&quot;:{&quot;type&quot;:&quot;FIGURE_OBJECT&quot;,&quot;id&quot;:&quot;8527ab69-e5ef-4e90-8a94-0d17af07f942&quot;,&quot;relativeTransform&quot;:{&quot;translate&quot;:{&quot;x&quot;:3.644564247529271,&quot;y&quot;:-1.4035198428079305},&quot;rotate&quot;:0},&quot;opacity&quot;:1,&quot;path&quot;:{&quot;type&quot;:&quot;POLY_LINE&quot;,&quot;points&quot;:[{&quot;x&quot;:-3.54930565190441,&quot;y&quot;:-2.746583164001594},{&quot;x&quot;:-1.3934079860292496,&quot;y&quot;:1.2957249595142486},{&quot;x&quot;:3.5493056519044948,&quot;y&quot;:2.746583164001594}],&quot;closed&quot;:false},&quot;pathStyles&quot;:[{&quot;type&quot;:&quot;FILL&quot;,&quot;fillStyle&quot;:&quot;rgba(0,0,0,0)&quot;},{&quot;type&quot;:&quot;STROKE&quot;,&quot;strokeStyle&quot;:&quot;#232323&quot;,&quot;lineWidth&quot;:0.7431567969783163,&quot;lineJoin&quot;:&quot;round&quot;}],&quot;pathSmoothing&quot;:{&quot;type&quot;:&quot;CATMULL_SMOOTHING&quot;,&quot;smoothing&quot;:0.2},&quot;isLocked&quot;:false,&quot;parent&quot;:{&quot;type&quot;:&quot;CHILD&quot;,&quot;parentId&quot;:&quot;d02e3cd2-08c2-444e-8e0c-84da3c7db63a&quot;,&quot;order&quot;:&quot;5&quot;}},&quot;4e2b28da-00c9-48fc-a483-90289b4ab15a&quot;:{&quot;type&quot;:&quot;FIGURE_OBJECT&quot;,&quot;id&quot;:&quot;4e2b28da-00c9-48fc-a483-90289b4ab15a&quot;,&quot;relativeTransform&quot;:{&quot;translate&quot;:{&quot;x&quot;:101.94665905246615,&quot;y&quot;:-75.6871907832176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94525437582653,&quot;color&quot;:&quot;#232323&quot;,&quot;fontWeight&quot;:&quot;normal&quot;,&quot;fontStyle&quot;:&quot;normal&quot;,&quot;decoration&quot;:&quot;none&quot;,&quot;script&quot;:&quot;none&quot;},&quot;range&quot;:[0,6]}],&quot;text&quot;:&quot;Adapter&quot;,&quot;baseStyle&quot;:{&quot;fontFamily&quot;:&quot;Roboto&quot;,&quot;fontSize&quot;:5.94525437582653,&quot;color&quot;:&quot;#232323&quot;,&quot;fontWeight&quot;:&quot;normal&quot;,&quot;fontStyle&quot;:&quot;normal&quot;,&quot;decoration&quot;:&quot;none&quot;,&quot;script&quot;:&quot;none&quot;}}],&quot;verticalAlign&quot;:&quot;TOP&quot;},&quot;size&quot;:{&quot;x&quot;:20.90418787125334,&quot;y&quot;:7.059989571294003},&quot;targetSize&quot;:{&quot;x&quot;:20.90418787125334,&quot;y&quot;:7.059989571294003},&quot;format&quot;:&quot;BETTER_TEXT&quot;,&quot;verticalAlign&quot;:&quot;TOP&quot;},&quot;isLocked&quot;:false,&quot;parent&quot;:{&quot;type&quot;:&quot;CHILD&quot;,&quot;parentId&quot;:&quot;4a93608b-70b5-43a1-b4cf-6b4f5c3cb2a5&quot;,&quot;order&quot;:&quot;9999&quot;}},&quot;76a7551d-b87c-4475-ae52-e9bfbeca5638&quot;:{&quot;type&quot;:&quot;FIGURE_OBJECT&quot;,&quot;id&quot;:&quot;76a7551d-b87c-4475-ae52-e9bfbeca5638&quot;,&quot;relativeTransform&quot;:{&quot;translate&quot;:{&quot;x&quot;:67.65316632814265,&quot;y&quot;:-32.28125853040248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94525437582653,&quot;color&quot;:&quot;#232323&quot;,&quot;fontWeight&quot;:&quot;normal&quot;,&quot;fontStyle&quot;:&quot;normal&quot;,&quot;decoration&quot;:&quot;none&quot;,&quot;script&quot;:&quot;none&quot;},&quot;range&quot;:[0,12]}],&quot;text&quot;:&quot;DNA fragments&quot;,&quot;baseStyle&quot;:{&quot;fontFamily&quot;:&quot;Roboto&quot;,&quot;fontSize&quot;:5.94525437582653,&quot;color&quot;:&quot;#232323&quot;,&quot;fontWeight&quot;:&quot;normal&quot;,&quot;fontStyle&quot;:&quot;normal&quot;,&quot;decoration&quot;:&quot;none&quot;,&quot;script&quot;:&quot;none&quot;}}],&quot;verticalAlign&quot;:&quot;TOP&quot;},&quot;size&quot;:{&quot;x&quot;:41.08215571003962,&quot;y&quot;:7.059989571294003},&quot;targetSize&quot;:{&quot;x&quot;:41.08215571003962,&quot;y&quot;:7.059989571294003},&quot;format&quot;:&quot;BETTER_TEXT&quot;,&quot;verticalAlign&quot;:&quot;TOP&quot;},&quot;isLocked&quot;:false,&quot;parent&quot;:{&quot;type&quot;:&quot;CHILD&quot;,&quot;parentId&quot;:&quot;4a93608b-70b5-43a1-b4cf-6b4f5c3cb2a5&quot;,&quot;order&quot;:&quot;99992&quot;}},&quot;97059252-8794-4757-8b0a-9b8249bb8a8c&quot;:{&quot;type&quot;:&quot;FIGURE_OBJECT&quot;,&quot;id&quot;:&quot;97059252-8794-4757-8b0a-9b8249bb8a8c&quot;,&quot;relativeTransform&quot;:{&quot;translate&quot;:{&quot;x&quot;:144.87040119746206,&quot;y&quot;:-32.28117853656198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5.94525437582653,&quot;color&quot;:&quot;#232323&quot;,&quot;fontWeight&quot;:&quot;normal&quot;,&quot;fontStyle&quot;:&quot;normal&quot;,&quot;decoration&quot;:&quot;none&quot;,&quot;script&quot;:&quot;none&quot;},&quot;range&quot;:[0,10]}],&quot;text&quot;:&quot;DNA library&quot;,&quot;baseStyle&quot;:{&quot;fontFamily&quot;:&quot;Roboto&quot;,&quot;fontSize&quot;:5.94525437582653,&quot;color&quot;:&quot;#232323&quot;,&quot;fontWeight&quot;:&quot;normal&quot;,&quot;fontStyle&quot;:&quot;normal&quot;,&quot;decoration&quot;:&quot;none&quot;,&quot;script&quot;:&quot;none&quot;}}],&quot;verticalAlign&quot;:&quot;TOP&quot;},&quot;size&quot;:{&quot;x&quot;:29.993204018401464,&quot;y&quot;:7.059989571294003},&quot;targetSize&quot;:{&quot;x&quot;:29.993204018401464,&quot;y&quot;:7.059989571294003},&quot;format&quot;:&quot;BETTER_TEXT&quot;,&quot;verticalAlign&quot;:&quot;TOP&quot;},&quot;isLocked&quot;:false,&quot;parent&quot;:{&quot;type&quot;:&quot;CHILD&quot;,&quot;parentId&quot;:&quot;4a93608b-70b5-43a1-b4cf-6b4f5c3cb2a5&quot;,&quot;order&quot;:&quot;99995&quot;}},&quot;091a58c3-985d-4b7e-996b-a720df634b32&quot;:{&quot;type&quot;:&quot;FIGURE_OBJECT&quot;,&quot;id&quot;:&quot;091a58c3-985d-4b7e-996b-a720df634b32&quot;,&quot;name&quot;:&quot;dsDNA brush 2 (wavy)&quot;,&quot;relativeTransform&quot;:{&quot;translate&quot;:{&quot;x&quot;:56.0169832618278,&quot;y&quot;:-67.55132814902811},&quot;rotate&quot;:-1.7887136565183221},&quot;opacity&quot;:1,&quot;source&quot;:{&quot;id&quot;:&quot;5ee8df7e305f3a00ae69fcb6&quot;,&quot;type&quot;:&quot;ASSETS&quot;},&quot;path&quot;:{&quot;type&quot;:&quot;POLY_LINE&quot;,&quot;points&quot;:[{&quot;x&quot;:-7.559460502230852,&quot;y&quot;:-5.9008736060828975},{&quot;x&quot;:4.137608503400109,&quot;y&quot;:2.4790216072522013}],&quot;closed&quot;:false},&quot;pathStyles&quot;:[{&quot;type&quot;:&quot;FILL&quot;,&quot;fillStyle&quot;:&quot;rgba(0,0,0,0)&quot;},{&quot;type&quot;:&quot;STROKE&quot;,&quot;strokeStyle&quot;:&quot;rgba(0,0,0,0)&quot;,&quot;lineWidth&quot;:4.938387133783916,&quot;lineJoin&quot;:&quot;round&quot;}],&quot;pathSmoothing&quot;:{&quot;type&quot;:&quot;CATMULL_SMOOTHING&quot;,&quot;smoothing&quot;:0.2},&quot;pathPattern&quot;:{&quot;type&quot;:&quot;ROW&quot;,&quot;patternId&quot;:&quot;52c5f7f6-962b-41a6-b039-89d2d867880c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a93608b-70b5-43a1-b4cf-6b4f5c3cb2a5&quot;,&quot;order&quot;:&quot;999955&quot;},&quot;isPremium&quot;:true},&quot;077535ac-6133-4213-bcfd-41e7a8d17dbc&quot;:{&quot;type&quot;:&quot;FIGURE_OBJECT&quot;,&quot;id&quot;:&quot;077535ac-6133-4213-bcfd-41e7a8d17dbc&quot;,&quot;name&quot;:&quot;dsDNA brush 2 (wavy)&quot;,&quot;relativeTransform&quot;:{&quot;translate&quot;:{&quot;x&quot;:68.71205716282395,&quot;y&quot;:-63.36998823420807},&quot;rotate&quot;:-0.604417393813427},&quot;opacity&quot;:1,&quot;source&quot;:{&quot;id&quot;:&quot;5ee8df7e305f3a00ae69fcb6&quot;,&quot;type&quot;:&quot;ASSETS&quot;},&quot;path&quot;:{&quot;type&quot;:&quot;POLY_LINE&quot;,&quot;points&quot;:[{&quot;x&quot;:-4.500869979950368,&quot;y&quot;:1.73422077032116},{&quot;x&quot;:9.50203828593373,&quot;y&quot;:-8.314705383457126}],&quot;closed&quot;:false},&quot;pathStyles&quot;:[{&quot;type&quot;:&quot;FILL&quot;,&quot;fillStyle&quot;:&quot;rgba(0,0,0,0)&quot;},{&quot;type&quot;:&quot;STROKE&quot;,&quot;strokeStyle&quot;:&quot;rgba(0,0,0,0)&quot;,&quot;lineWidth&quot;:4.938387133783916,&quot;lineJoin&quot;:&quot;round&quot;}],&quot;pathSmoothing&quot;:{&quot;type&quot;:&quot;CATMULL_SMOOTHING&quot;,&quot;smoothing&quot;:0.2},&quot;pathPattern&quot;:{&quot;type&quot;:&quot;ROW&quot;,&quot;patternId&quot;:&quot;ac4db99a-38e5-45af-856f-98249cdaf21f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a93608b-70b5-43a1-b4cf-6b4f5c3cb2a5&quot;,&quot;order&quot;:&quot;99996&quot;},&quot;isPremium&quot;:true},&quot;b5c2a043-fabf-4253-b8a1-6ec7c4fca8c9&quot;:{&quot;type&quot;:&quot;FIGURE_OBJECT&quot;,&quot;id&quot;:&quot;b5c2a043-fabf-4253-b8a1-6ec7c4fca8c9&quot;,&quot;name&quot;:&quot;dsDNA brush 2 (wavy)&quot;,&quot;relativeTransform&quot;:{&quot;translate&quot;:{&quot;x&quot;:53.42147781613603,&quot;y&quot;:-46.92091502115216},&quot;rotate&quot;:-1.0670476618410323},&quot;opacity&quot;:1,&quot;source&quot;:{&quot;id&quot;:&quot;5ee8df7e305f3a00ae69fcb6&quot;,&quot;type&quot;:&quot;ASSETS&quot;},&quot;path&quot;:{&quot;type&quot;:&quot;POLY_LINE&quot;,&quot;points&quot;:[{&quot;x&quot;:-4.819675904606363,&quot;y&quot;:-0.18993796668398585},{&quot;x&quot;:10.873721748691462,&quot;y&quot;:-0.18993796668398316}],&quot;closed&quot;:false},&quot;pathStyles&quot;:[{&quot;type&quot;:&quot;FILL&quot;,&quot;fillStyle&quot;:&quot;rgba(0,0,0,0)&quot;},{&quot;type&quot;:&quot;STROKE&quot;,&quot;strokeStyle&quot;:&quot;rgba(0,0,0,0)&quot;,&quot;lineWidth&quot;:4.938387133783916,&quot;lineJoin&quot;:&quot;round&quot;}],&quot;pathSmoothing&quot;:{&quot;type&quot;:&quot;CATMULL_SMOOTHING&quot;,&quot;smoothing&quot;:0.2},&quot;pathPattern&quot;:{&quot;type&quot;:&quot;ROW&quot;,&quot;patternId&quot;:&quot;bf02c1a7-2f4e-4e76-92ef-053c0edd7c96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a93608b-70b5-43a1-b4cf-6b4f5c3cb2a5&quot;,&quot;order&quot;:&quot;999965&quot;},&quot;isPremium&quot;:true},&quot;1e8acb57-9307-4a90-a162-1f1ecd31442d&quot;:{&quot;type&quot;:&quot;FIGURE_OBJECT&quot;,&quot;id&quot;:&quot;1e8acb57-9307-4a90-a162-1f1ecd31442d&quot;,&quot;name&quot;:&quot;dsDNA brush 2 (wavy)&quot;,&quot;relativeTransform&quot;:{&quot;translate&quot;:{&quot;x&quot;:76.4680841610753,&quot;y&quot;:-53.5156203412361},&quot;rotate&quot;:0},&quot;opacity&quot;:1,&quot;source&quot;:{&quot;id&quot;:&quot;5ee8df7e305f3a00ae69fcb6&quot;,&quot;type&quot;:&quot;ASSETS&quot;},&quot;path&quot;:{&quot;type&quot;:&quot;POLY_LINE&quot;,&quot;points&quot;:[{&quot;x&quot;:-4.688479141488525,&quot;y&quot;:-1.132923473346032},{&quot;x&quot;:9.952866831997312,&quot;y&quot;:3.76511731860043}],&quot;closed&quot;:false},&quot;pathStyles&quot;:[{&quot;type&quot;:&quot;FILL&quot;,&quot;fillStyle&quot;:&quot;rgba(0,0,0,0)&quot;},{&quot;type&quot;:&quot;STROKE&quot;,&quot;strokeStyle&quot;:&quot;rgba(0,0,0,0)&quot;,&quot;lineWidth&quot;:4.938387133783916,&quot;lineJoin&quot;:&quot;round&quot;}],&quot;pathSmoothing&quot;:{&quot;type&quot;:&quot;CATMULL_SMOOTHING&quot;,&quot;smoothing&quot;:0.2},&quot;pathPattern&quot;:{&quot;type&quot;:&quot;ROW&quot;,&quot;patternId&quot;:&quot;ebb1a3a9-59a8-4fde-b485-aca7fdac0058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a93608b-70b5-43a1-b4cf-6b4f5c3cb2a5&quot;,&quot;order&quot;:&quot;99997&quot;},&quot;isPremium&quot;:true},&quot;a75c6db5-c14b-4690-8975-b3280b5d04aa&quot;:{&quot;type&quot;:&quot;FIGURE_OBJECT&quot;,&quot;id&quot;:&quot;a75c6db5-c14b-4690-8975-b3280b5d04aa&quot;,&quot;name&quot;:&quot;dsDNA brush 2 (wavy)&quot;,&quot;relativeTransform&quot;:{&quot;translate&quot;:{&quot;x&quot;:72.08294071420204,&quot;y&quot;:-41.67340338683407},&quot;rotate&quot;:0.891735060870408},&quot;opacity&quot;:1,&quot;source&quot;:{&quot;id&quot;:&quot;5ee8df7e305f3a00ae69fcb6&quot;,&quot;type&quot;:&quot;ASSETS&quot;},&quot;path&quot;:{&quot;type&quot;:&quot;POLY_LINE&quot;,&quot;points&quot;:[{&quot;x&quot;:-9.68831599567358,&quot;y&quot;:3.2441745031562825},{&quot;x&quot;:4.687147689690223,&quot;y&quot;:-1.1384194269527554}],&quot;closed&quot;:false},&quot;pathStyles&quot;:[{&quot;type&quot;:&quot;FILL&quot;,&quot;fillStyle&quot;:&quot;rgba(0,0,0,0)&quot;},{&quot;type&quot;:&quot;STROKE&quot;,&quot;strokeStyle&quot;:&quot;rgba(0,0,0,0)&quot;,&quot;lineWidth&quot;:4.938387133783914,&quot;lineJoin&quot;:&quot;round&quot;}],&quot;pathSmoothing&quot;:{&quot;type&quot;:&quot;CATMULL_SMOOTHING&quot;,&quot;smoothing&quot;:0.2},&quot;pathPattern&quot;:{&quot;type&quot;:&quot;ROW&quot;,&quot;patternId&quot;:&quot;30eba8ef-8354-4ab1-8145-78c588393ecb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a93608b-70b5-43a1-b4cf-6b4f5c3cb2a5&quot;,&quot;order&quot;:&quot;999975&quot;},&quot;isPremium&quot;:true},&quot;e57d29dc-2fea-4fed-bf57-428fcc23bb28&quot;:{&quot;type&quot;:&quot;FIGURE_OBJECT&quot;,&quot;id&quot;:&quot;e57d29dc-2fea-4fed-bf57-428fcc23bb28&quot;,&quot;name&quot;:&quot;dsDNA brush 2 (wavy)&quot;,&quot;relativeTransform&quot;:{&quot;translate&quot;:{&quot;x&quot;:82.69605015122475,&quot;y&quot;:-69.86227564287525},&quot;rotate&quot;:2.028921542181334},&quot;opacity&quot;:1,&quot;source&quot;:{&quot;id&quot;:&quot;5ee8df7e305f3a00ae69fcb6&quot;,&quot;type&quot;:&quot;ASSETS&quot;},&quot;path&quot;:{&quot;type&quot;:&quot;POLY_LINE&quot;,&quot;points&quot;:[{&quot;x&quot;:-4.742305789839718,&quot;y&quot;:-0.8808450784810585},{&quot;x&quot;:10.533132249399372,&quot;y&quot;:1.9337226165828432}],&quot;closed&quot;:false},&quot;pathStyles&quot;:[{&quot;type&quot;:&quot;FILL&quot;,&quot;fillStyle&quot;:&quot;rgba(0,0,0,0)&quot;},{&quot;type&quot;:&quot;STROKE&quot;,&quot;strokeStyle&quot;:&quot;rgba(0,0,0,0)&quot;,&quot;lineWidth&quot;:4.938387133783915,&quot;lineJoin&quot;:&quot;round&quot;}],&quot;pathSmoothing&quot;:{&quot;type&quot;:&quot;CATMULL_SMOOTHING&quot;,&quot;smoothing&quot;:0.2},&quot;pathPattern&quot;:{&quot;type&quot;:&quot;ROW&quot;,&quot;patternId&quot;:&quot;3bff0880-fbf7-4401-aec8-ba6670968f60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a93608b-70b5-43a1-b4cf-6b4f5c3cb2a5&quot;,&quot;order&quot;:&quot;99998&quot;},&quot;isPremium&quot;:true},&quot;c992e135-f0a0-47d7-9af2-a134bfb0ae0a&quot;:{&quot;type&quot;:&quot;FIGURE_OBJECT&quot;,&quot;id&quot;:&quot;c992e135-f0a0-47d7-9af2-a134bfb0ae0a&quot;,&quot;relativeTransform&quot;:{&quot;translate&quot;:{&quot;x&quot;:46.47570871861275,&quot;y&quot;:-57.94100661714741},&quot;rotate&quot;:0},&quot;opacity&quot;:1,&quot;path&quot;:{&quot;type&quot;:&quot;POLY_LINE&quot;,&quot;points&quot;:[{&quot;x&quot;:-16.288531479810796,&quot;y&quot;:0},{&quot;x&quot;:-0.09981913323749281,&quot;y&quot;:0}],&quot;closed&quot;:false},&quot;pathStyles&quot;:[{&quot;type&quot;:&quot;FILL&quot;,&quot;fillStyle&quot;:&quot;rgba(0,0,0,0)&quot;},{&quot;type&quot;:&quot;STROKE&quot;,&quot;strokeStyle&quot;:&quot;#232323&quot;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a93608b-70b5-43a1-b4cf-6b4f5c3cb2a5&quot;,&quot;order&quot;:&quot;999995&quot;}},&quot;67408eab-7805-4b62-a602-0d66a0de2fee&quot;:{&quot;id&quot;:&quot;67408eab-7805-4b62-a602-0d66a0de2fee&quot;,&quot;type&quot;:&quot;FIGURE_OBJECT&quot;,&quot;relativeTransform&quot;:{&quot;translate&quot;:{&quot;x&quot;:-135.70066216746383,&quot;y&quot;:-97.51836272505754},&quot;rotate&quot;:0},&quot;text&quot;:{&quot;textData&quot;:{&quot;lineSpacing&quot;:&quot;normal&quot;,&quot;alignment&quot;:&quot;left&quot;,&quot;lines&quot;:[{&quot;runs&quot;:[{&quot;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,&quot;range&quot;:[0,13]}],&quot;text&quot;:&quot;DNA extraction&quot;,&quot;base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61.036204168196555,&quot;y&quot;:10.40419515769643},&quot;targetSize&quot;:{&quot;x&quot;:61.036204168196555,&quot;y&quot;:10.40419515769643},&quot;verticalAlign&quot;:&quot;TOP&quot;},&quot;parent&quot;:{&quot;type&quot;:&quot;CHILD&quot;,&quot;parentId&quot;:&quot;4a93608b-70b5-43a1-b4cf-6b4f5c3cb2a5&quot;,&quot;order&quot;:&quot;998&quot;}},&quot;946a861a-a305-41ca-a6b7-fe483ff8be27&quot;:{&quot;id&quot;:&quot;946a861a-a305-41ca-a6b7-fe483ff8be27&quot;,&quot;type&quot;:&quot;FIGURE_OBJECT&quot;,&quot;relativeTransform&quot;:{&quot;translate&quot;:{&quot;x&quot;:-154.25485814930948,&quot;y&quot;:15.45728601976805},&quot;rotate&quot;:0},&quot;text&quot;:{&quot;textData&quot;:{&quot;lineSpacing&quot;:&quot;normal&quot;,&quot;alignment&quot;:&quot;left&quot;,&quot;lines&quot;:[{&quot;runs&quot;:[{&quot;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,&quot;range&quot;:[0,6]}],&quot;text&quot;:&quot;Step 3:&quot;,&quot;base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23.92822190414223,&quot;y&quot;:8.917881563739796},&quot;targetSize&quot;:{&quot;x&quot;:23.92822190414223,&quot;y&quot;:8.917881563739796},&quot;verticalAlign&quot;:&quot;TOP&quot;},&quot;parent&quot;:{&quot;type&quot;:&quot;CHILD&quot;,&quot;parentId&quot;:&quot;4a93608b-70b5-43a1-b4cf-6b4f5c3cb2a5&quot;,&quot;order&quot;:&quot;9999992&quot;}},&quot;5efe96d6-8a24-431e-ad88-b321c5bd1191&quot;:{&quot;id&quot;:&quot;5efe96d6-8a24-431e-ad88-b321c5bd1191&quot;,&quot;type&quot;:&quot;FIGURE_OBJECT&quot;,&quot;relativeTransform&quot;:{&quot;translate&quot;:{&quot;x&quot;:-143.01838491382793,&quot;y&quot;:24.69495330599718},&quot;rotate&quot;:0},&quot;text&quot;:{&quot;textData&quot;:{&quot;lineSpacing&quot;:&quot;normal&quot;,&quot;alignment&quot;:&quot;left&quot;,&quot;lines&quot;:[{&quot;runs&quot;:[{&quot;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,&quot;range&quot;:[0,9]}],&quot;text&quot;:&quot;Sequencing&quot;,&quot;base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46.400852511333625,&quot;y&quot;:10.40419515769643},&quot;targetSize&quot;:{&quot;x&quot;:46.400852511333625,&quot;y&quot;:10.40419515769643},&quot;verticalAlign&quot;:&quot;TOP&quot;},&quot;parent&quot;:{&quot;type&quot;:&quot;CHILD&quot;,&quot;parentId&quot;:&quot;4a93608b-70b5-43a1-b4cf-6b4f5c3cb2a5&quot;,&quot;order&quot;:&quot;9999995&quot;}},&quot;4b009963-7939-4f92-8a5c-4f2fb0cc7802&quot;:{&quot;id&quot;:&quot;4b009963-7939-4f92-8a5c-4f2fb0cc7802&quot;,&quot;type&quot;:&quot;FIGURE_OBJECT&quot;,&quot;relativeTransform&quot;:{&quot;translate&quot;:{&quot;x&quot;:154.68482678509926,&quot;y&quot;:15.457250831318587},&quot;rotate&quot;:0},&quot;text&quot;:{&quot;textData&quot;:{&quot;lineSpacing&quot;:&quot;normal&quot;,&quot;alignment&quot;:&quot;right&quot;,&quot;lines&quot;:[{&quot;runs&quot;:[{&quot;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,&quot;range&quot;:[0,6]}],&quot;text&quot;:&quot;Step 4:&quot;,&quot;baseStyle&quot;:{&quot;fontFamily&quot;:&quot;Roboto&quot;,&quot;fontSize&quot;:7.4315679697831625,&quot;color&quot;:&quot;rgba(58,104,174,1)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23.92822190414223,&quot;y&quot;:8.917881563739796},&quot;targetSize&quot;:{&quot;x&quot;:23.92822190414223,&quot;y&quot;:8.917881563739796},&quot;verticalAlign&quot;:&quot;TOP&quot;},&quot;parent&quot;:{&quot;type&quot;:&quot;CHILD&quot;,&quot;parentId&quot;:&quot;4a93608b-70b5-43a1-b4cf-6b4f5c3cb2a5&quot;,&quot;order&quot;:&quot;9999996&quot;}},&quot;6cd73bb8-9a25-40e3-bf5c-90221ca7b3f4&quot;:{&quot;id&quot;:&quot;6cd73bb8-9a25-40e3-bf5c-90221ca7b3f4&quot;,&quot;type&quot;:&quot;FIGURE_OBJECT&quot;,&quot;relativeTransform&quot;:{&quot;translate&quot;:{&quot;x&quot;:149.5277856703268,&quot;y&quot;:24.694918117547715},&quot;rotate&quot;:0},&quot;text&quot;:{&quot;textData&quot;:{&quot;lineSpacing&quot;:&quot;normal&quot;,&quot;alignment&quot;:&quot;right&quot;,&quot;lines&quot;:[{&quot;runs&quot;:[{&quot;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,&quot;range&quot;:[0,7]}],&quot;text&quot;:&quot;Analysis&quot;,&quot;baseStyle&quot;:{&quot;fontFamily&quot;:&quot;Roboto&quot;,&quot;fontSize&quot;:8.91788156373979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34.242304133687085,&quot;y&quot;:10.40419515769643},&quot;targetSize&quot;:{&quot;x&quot;:34.242304133687085,&quot;y&quot;:10.40419515769643},&quot;verticalAlign&quot;:&quot;TOP&quot;},&quot;parent&quot;:{&quot;type&quot;:&quot;CHILD&quot;,&quot;parentId&quot;:&quot;4a93608b-70b5-43a1-b4cf-6b4f5c3cb2a5&quot;,&quot;order&quot;:&quot;9999997&quot;}},&quot;46bea8a5-bdbb-4bec-88f7-5c2fff8a723e&quot;:{&quot;id&quot;:&quot;46bea8a5-bdbb-4bec-88f7-5c2fff8a723e&quot;,&quot;name&quot;:&quot;Sequencer (Illumina NextSeq 2000)&quot;,&quot;displayName&quot;:&quot;&quot;,&quot;type&quot;:&quot;FIGURE_OBJECT&quot;,&quot;relativeTransform&quot;:{&quot;translate&quot;:{&quot;x&quot;:-140.40121909577277,&quot;y&quot;:73.14934715687822},&quot;rotate&quot;:0,&quot;skewX&quot;:0,&quot;scale&quot;:{&quot;x&quot;:0.32559907305019514,&quot;y&quot;:0.32559907305019514}},&quot;image&quot;:{&quot;url&quot;:&quot;https://icons.biorender.com/biorender/627ac5837cfe7c00287a24df/20220510200753/image/sequencer-illumina-nextseq-2000.png&quot;,&quot;fallbackUrl&quot;:&quot;https://res.cloudinary.com/dlcjuc3ej/image/upload/v1652213273/zpjzrkrujopkpjuxtln1.svg#/keystone/api/icons/627ac5837cfe7c00287a24df/20220510200753/image/sequencer-illumina-nextseq-2000.svg&quot;,&quot;isPremium&quot;:true,&quot;size&quot;:{&quot;x&quot;:175,&quot;y&quot;:159.2814371257485}},&quot;source&quot;:{&quot;id&quot;:&quot;627ac5837cfe7c00287a24df&quot;,&quot;type&quot;:&quot;ASSETS&quot;},&quot;isPremium&quot;:true,&quot;parent&quot;:{&quot;type&quot;:&quot;CHILD&quot;,&quot;parentId&quot;:&quot;4a93608b-70b5-43a1-b4cf-6b4f5c3cb2a5&quot;,&quot;order&quot;:&quot;99999995&quot;}},&quot;7168729e-b342-4c65-ab14-33787fe30693&quot;:{&quot;relativeTransform&quot;:{&quot;translate&quot;:{&quot;x&quot;:28.675831239649145,&quot;y&quot;:72.05096719522963},&quot;rotate&quot;:0},&quot;type&quot;:&quot;FIGURE_OBJECT&quot;,&quot;id&quot;:&quot;7168729e-b342-4c65-ab14-33787fe30693&quot;,&quot;name&quot;:&quot;Document (pile)&quot;,&quot;displayName&quot;:&quot;Document (pile)&quot;,&quot;opacity&quot;:1,&quot;source&quot;:{&quot;id&quot;:&quot;5f61134a8ce11e0e581cb1d4&quot;,&quot;type&quot;:&quot;ASSETS&quot;},&quot;pathStyles&quot;:[{&quot;type&quot;:&quot;FILL&quot;,&quot;fillStyle&quot;:&quot;rgb(0,0,0)&quot;}],&quot;isLocked&quot;:false,&quot;parent&quot;:{&quot;type&quot;:&quot;CHILD&quot;,&quot;parentId&quot;:&quot;4a93608b-70b5-43a1-b4cf-6b4f5c3cb2a5&quot;,&quot;order&quot;:&quot;99999997&quot;},&quot;isPremium&quot;:true},&quot;1d85c32d-2d4d-4f45-8759-0736a5ab2bfa&quot;:{&quot;type&quot;:&quot;FIGURE_OBJECT&quot;,&quot;id&quot;:&quot;1d85c32d-2d4d-4f45-8759-0736a5ab2bfa&quot;,&quot;relativeTransform&quot;:{&quot;translate&quot;:{&quot;x&quot;:1.9128898916740817,&quot;y&quot;:-2.4010557555676804},&quot;rotate&quot;:0},&quot;opacity&quot;:1,&quot;path&quot;:{&quot;type&quot;:&quot;RECT&quot;,&quot;size&quot;:{&quot;x&quot;:24.619469652306663,&quot;y&quot;:32.09910842974625},&quot;cornerRounding&quot;:{&quot;type&quot;:&quot;ARC_LENGTH&quot;,&quot;global&quot;:3.780002466676982},&quot;selectedObjectIds&quot;:[&quot;75f740a6-c5b7-4e2c-ac9f-c2dfb255d0cd&quot;]},&quot;pathStyles&quot;:[{&quot;type&quot;:&quot;FILL&quot;,&quot;fillStyle&quot;:&quot;rgba(229, 235, 251, 1)&quot;},{&quot;type&quot;:&quot;STROKE&quot;,&quot;strokeStyle&quot;:&quot;rgba(79, 96, 156, 1)&quot;,&quot;lineWidth&quot;:0.623276500576562,&quot;lineJoin&quot;:&quot;round&quot;}],&quot;isLocked&quot;:false,&quot;parent&quot;:{&quot;type&quot;:&quot;CHILD&quot;,&quot;parentId&quot;:&quot;7168729e-b342-4c65-ab14-33787fe30693&quot;,&quot;order&quot;:&quot;2&quot;}},&quot;aed0fba7-11e9-47bb-a55a-efaec3d97b9b&quot;:{&quot;type&quot;:&quot;FIGURE_OBJECT&quot;,&quot;id&quot;:&quot;aed0fba7-11e9-47bb-a55a-efaec3d97b9b&quot;,&quot;relativeTransform&quot;:{&quot;translate&quot;:{&quot;x&quot;:-1.6260405035732413,&quot;y&quot;:2.4010557555676804},&quot;rotate&quot;:0},&quot;layout&quot;:{&quot;sizeRatio&quot;:{&quot;x&quot;:0.88,&quot;y&quot;:0.88},&quot;keepAspectRatio&quot;:false},&quot;opacity&quot;:1,&quot;path&quot;:{&quot;type&quot;:&quot;RECT&quot;,&quot;size&quot;:{&quot;x&quot;:25.193168428508553,&quot;y&quot;:32.09910842974625},&quot;cornerRounding&quot;:{&quot;type&quot;:&quot;ARC_LENGTH&quot;,&quot;global&quot;:3.402002220009298},&quot;selectedObjectIds&quot;:[&quot;799339c7-9ec1-44b8-8619-ebd0501bcad0&quot;]},&quot;pathStyles&quot;:[{&quot;type&quot;:&quot;FILL&quot;,&quot;fillStyle&quot;:&quot;rgba(229, 235, 251, 1)&quot;},{&quot;type&quot;:&quot;STROKE&quot;,&quot;strokeStyle&quot;:&quot;rgba(79, 96, 156, 1)&quot;,&quot;lineWidth&quot;:0.623276500576562,&quot;lineJoin&quot;:&quot;round&quot;}],&quot;isLocked&quot;:false,&quot;parent&quot;:{&quot;type&quot;:&quot;CHILD&quot;,&quot;parentId&quot;:&quot;7168729e-b342-4c65-ab14-33787fe30693&quot;,&quot;order&quot;:&quot;5&quot;}},&quot;90fab8a0-a6ea-4c35-8bee-a9699d52534a&quot;:{&quot;type&quot;:&quot;FIGURE_OBJECT&quot;,&quot;id&quot;:&quot;90fab8a0-a6ea-4c35-8bee-a9699d52534a&quot;,&quot;relativeTransform&quot;:{&quot;translate&quot;:{&quot;x&quot;:0,&quot;y&quot;:0},&quot;rotate&quot;:0},&quot;text&quot;:{&quot;size&quot;:{&quot;x&quot;:22.169988217087532,&quot;y&quot;:7.059989571294003},&quot;targetSize&quot;:{&quot;x&quot;:22.169988217087532,&quot;y&quot;:2},&quot;format&quot;:&quot;BETTER_TEXT&quot;,&quot;textData&quot;:{&quot;lineSpacing&quot;:&quot;normal&quot;,&quot;alignment&quot;:&quot;center&quot;,&quot;lines&quot;:[{&quot;runs&quot;:[{&quot;style&quot;:{&quot;fontFamily&quot;:&quot;Roboto&quot;,&quot;fontSize&quot;:5.817247338714578,&quot;color&quot;:&quot;rgb(0,0,0)&quot;,&quot;fontWeight&quot;:&quot;normal&quot;,&quot;fontStyle&quot;:&quot;normal&quot;,&quot;decoration&quot;:&quot;none&quot;,&quot;script&quot;:&quot;none&quot;},&quot;range&quot;:[0,4]}],&quot;text&quot;:&quot;FastQ&quot;,&quot;baseStyle&quot;:{&quot;fontFamily&quot;:&quot;Roboto&quot;,&quot;fontSize&quot;:5.817247338714578,&quot;color&quot;:&quot;rgb(0,0,0)&quot;,&quot;fontWeight&quot;:&quot;normal&quot;,&quot;fontStyle&quot;:&quot;normal&quot;,&quot;decoration&quot;:&quot;none&quot;,&quot;script&quot;:&quot;none&quot;}}],&quot;verticalAlign&quot;:&quot;TOP&quot;},&quot;verticalAlign&quot;:&quot;TOP&quot;},&quot;parent&quot;:{&quot;type&quot;:&quot;CHILD&quot;,&quot;parentId&quot;:&quot;aed0fba7-11e9-47bb-a55a-efaec3d97b9b&quot;,&quot;order&quot;:&quot;5&quot;}},&quot;b8e2af6c-45cf-448e-8da3-fb50e1e17e3d&quot;:{&quot;relativeTransform&quot;:{&quot;translate&quot;:{&quot;x&quot;:90.74989793869362,&quot;y&quot;:72.05117885409582},&quot;rotate&quot;:0},&quot;type&quot;:&quot;FIGURE_OBJECT&quot;,&quot;id&quot;:&quot;b8e2af6c-45cf-448e-8da3-fb50e1e17e3d&quot;,&quot;name&quot;:&quot;Document (pile)&quot;,&quot;displayName&quot;:&quot;Document (pile)&quot;,&quot;opacity&quot;:1,&quot;source&quot;:{&quot;id&quot;:&quot;5f61134a8ce11e0e581cb1d4&quot;,&quot;type&quot;:&quot;ASSETS&quot;},&quot;pathStyles&quot;:[{&quot;type&quot;:&quot;FILL&quot;,&quot;fillStyle&quot;:&quot;rgb(0,0,0)&quot;}],&quot;isLocked&quot;:false,&quot;parent&quot;:{&quot;type&quot;:&quot;CHILD&quot;,&quot;parentId&quot;:&quot;4a93608b-70b5-43a1-b4cf-6b4f5c3cb2a5&quot;,&quot;order&quot;:&quot;99999998&quot;},&quot;isPremium&quot;:true},&quot;a6568e1f-0249-431b-be14-764f4d0438b9&quot;:{&quot;type&quot;:&quot;FIGURE_OBJECT&quot;,&quot;id&quot;:&quot;a6568e1f-0249-431b-be14-764f4d0438b9&quot;,&quot;relativeTransform&quot;:{&quot;translate&quot;:{&quot;x&quot;:1.9128898916740817,&quot;y&quot;:-2.4010557555676804},&quot;rotate&quot;:0},&quot;opacity&quot;:1,&quot;path&quot;:{&quot;type&quot;:&quot;RECT&quot;,&quot;size&quot;:{&quot;x&quot;:24.619469652306663,&quot;y&quot;:32.09910842974625},&quot;cornerRounding&quot;:{&quot;type&quot;:&quot;ARC_LENGTH&quot;,&quot;global&quot;:4.1580027133446675},&quot;selectedObjectIds&quot;:[&quot;4cd34909-fa21-41e1-8cbc-56bef60cc039&quot;]},&quot;pathStyles&quot;:[{&quot;type&quot;:&quot;FILL&quot;,&quot;fillStyle&quot;:&quot;rgb(206, 212, 230)&quot;},{&quot;type&quot;:&quot;STROKE&quot;,&quot;strokeStyle&quot;:&quot;rgba(50, 64, 104, 1)&quot;,&quot;lineWidth&quot;:0.623276500576562,&quot;lineJoin&quot;:&quot;round&quot;}],&quot;isLocked&quot;:false,&quot;parent&quot;:{&quot;type&quot;:&quot;CHILD&quot;,&quot;parentId&quot;:&quot;b8e2af6c-45cf-448e-8da3-fb50e1e17e3d&quot;,&quot;order&quot;:&quot;2&quot;}},&quot;75e3cc5f-d9f3-4f67-a92e-8ffd918c4e7a&quot;:{&quot;type&quot;:&quot;FIGURE_OBJECT&quot;,&quot;id&quot;:&quot;75e3cc5f-d9f3-4f67-a92e-8ffd918c4e7a&quot;,&quot;relativeTransform&quot;:{&quot;translate&quot;:{&quot;x&quot;:-1.6260405035732413,&quot;y&quot;:2.4010557555676804},&quot;rotate&quot;:0},&quot;layout&quot;:{&quot;sizeRatio&quot;:{&quot;x&quot;:0.88,&quot;y&quot;:0.88},&quot;keepAspectRatio&quot;:false},&quot;opacity&quot;:1,&quot;path&quot;:{&quot;type&quot;:&quot;RECT&quot;,&quot;size&quot;:{&quot;x&quot;:25.193168428508553,&quot;y&quot;:32.09910842974625},&quot;cornerRounding&quot;:{&quot;type&quot;:&quot;ARC_LENGTH&quot;,&quot;global&quot;:3.402002220009298},&quot;selectedObjectIds&quot;:[&quot;67bc4e1c-0ea6-4759-b55b-d17f20638e51&quot;]},&quot;pathStyles&quot;:[{&quot;type&quot;:&quot;FILL&quot;,&quot;fillStyle&quot;:&quot;rgb(206, 212, 230)&quot;},{&quot;type&quot;:&quot;STROKE&quot;,&quot;strokeStyle&quot;:&quot;rgba(50, 64, 104, 1)&quot;,&quot;lineWidth&quot;:0.623276500576562,&quot;lineJoin&quot;:&quot;round&quot;}],&quot;isLocked&quot;:false,&quot;parent&quot;:{&quot;type&quot;:&quot;CHILD&quot;,&quot;parentId&quot;:&quot;b8e2af6c-45cf-448e-8da3-fb50e1e17e3d&quot;,&quot;order&quot;:&quot;5&quot;}},&quot;9450e515-12e3-4607-a610-908559a29bb5&quot;:{&quot;type&quot;:&quot;FIGURE_OBJECT&quot;,&quot;id&quot;:&quot;9450e515-12e3-4607-a610-908559a29bb5&quot;,&quot;relativeTransform&quot;:{&quot;translate&quot;:{&quot;x&quot;:0,&quot;y&quot;:0},&quot;rotate&quot;:0},&quot;text&quot;:{&quot;size&quot;:{&quot;x&quot;:22.169988217087532,&quot;y&quot;:7.059989571294003},&quot;targetSize&quot;:{&quot;x&quot;:22.169988217087532,&quot;y&quot;:2},&quot;format&quot;:&quot;BETTER_TEXT&quot;,&quot;textData&quot;:{&quot;lineSpacing&quot;:&quot;normal&quot;,&quot;alignment&quot;:&quot;center&quot;,&quot;lines&quot;:[{&quot;runs&quot;:[{&quot;style&quot;:{&quot;fontFamily&quot;:&quot;Roboto&quot;,&quot;fontSize&quot;:5.817247338714578,&quot;color&quot;:&quot;rgb(0,0,0)&quot;,&quot;fontWeight&quot;:&quot;normal&quot;,&quot;fontStyle&quot;:&quot;normal&quot;,&quot;decoration&quot;:&quot;none&quot;,&quot;script&quot;:&quot;none&quot;},&quot;range&quot;:[0,2]}],&quot;text&quot;:&quot;BAM&quot;,&quot;baseStyle&quot;:{&quot;fontFamily&quot;:&quot;Roboto&quot;,&quot;fontSize&quot;:5.817247338714578,&quot;color&quot;:&quot;rgb(0,0,0)&quot;,&quot;fontWeight&quot;:&quot;normal&quot;,&quot;fontStyle&quot;:&quot;normal&quot;,&quot;decoration&quot;:&quot;none&quot;,&quot;script&quot;:&quot;none&quot;}}],&quot;verticalAlign&quot;:&quot;TOP&quot;},&quot;verticalAlign&quot;:&quot;TOP&quot;},&quot;parent&quot;:{&quot;type&quot;:&quot;CHILD&quot;,&quot;parentId&quot;:&quot;75e3cc5f-d9f3-4f67-a92e-8ffd918c4e7a&quot;,&quot;order&quot;:&quot;5&quot;}},&quot;d4e03a1a-0b99-4577-96c6-aca599ede78f&quot;:{&quot;relativeTransform&quot;:{&quot;translate&quot;:{&quot;x&quot;:152.8239646377381,&quot;y&quot;:72.05117885409582},&quot;rotate&quot;:0},&quot;type&quot;:&quot;FIGURE_OBJECT&quot;,&quot;id&quot;:&quot;d4e03a1a-0b99-4577-96c6-aca599ede78f&quot;,&quot;name&quot;:&quot;Document (pile)&quot;,&quot;displayName&quot;:&quot;Document (pile)&quot;,&quot;opacity&quot;:1,&quot;source&quot;:{&quot;id&quot;:&quot;5f61134a8ce11e0e581cb1d4&quot;,&quot;type&quot;:&quot;ASSETS&quot;},&quot;pathStyles&quot;:[{&quot;type&quot;:&quot;FILL&quot;,&quot;fillStyle&quot;:&quot;rgb(0,0,0)&quot;}],&quot;isLocked&quot;:false,&quot;parent&quot;:{&quot;type&quot;:&quot;CHILD&quot;,&quot;parentId&quot;:&quot;4a93608b-70b5-43a1-b4cf-6b4f5c3cb2a5&quot;,&quot;order&quot;:&quot;99999999&quot;},&quot;isPremium&quot;:true},&quot;194e6ba0-9ee2-4a81-8c81-470fbdac15f6&quot;:{&quot;type&quot;:&quot;FIGURE_OBJECT&quot;,&quot;id&quot;:&quot;194e6ba0-9ee2-4a81-8c81-470fbdac15f6&quot;,&quot;relativeTransform&quot;:{&quot;translate&quot;:{&quot;x&quot;:1.9128898916740817,&quot;y&quot;:-2.4010557555676804},&quot;rotate&quot;:0},&quot;opacity&quot;:1,&quot;path&quot;:{&quot;type&quot;:&quot;RECT&quot;,&quot;size&quot;:{&quot;x&quot;:24.619469652306663,&quot;y&quot;:32.09910842974625},&quot;cornerRounding&quot;:{&quot;type&quot;:&quot;ARC_LENGTH&quot;,&quot;global&quot;:4.158002713344734},&quot;selectedObjectIds&quot;:[&quot;6c84a1dc-64e6-46bf-a3fc-7a9a16058b74&quot;]},&quot;pathStyles&quot;:[{&quot;type&quot;:&quot;FILL&quot;,&quot;fillStyle&quot;:&quot;rgb(177, 185, 218)&quot;},{&quot;type&quot;:&quot;STROKE&quot;,&quot;strokeStyle&quot;:&quot;rgba(50, 64, 104, 1)&quot;,&quot;lineWidth&quot;:0.623276500576562,&quot;lineJoin&quot;:&quot;round&quot;}],&quot;isLocked&quot;:false,&quot;parent&quot;:{&quot;type&quot;:&quot;CHILD&quot;,&quot;parentId&quot;:&quot;d4e03a1a-0b99-4577-96c6-aca599ede78f&quot;,&quot;order&quot;:&quot;2&quot;}},&quot;b99c26ea-72ef-424a-b431-aa0e27608bc2&quot;:{&quot;type&quot;:&quot;FIGURE_OBJECT&quot;,&quot;id&quot;:&quot;b99c26ea-72ef-424a-b431-aa0e27608bc2&quot;,&quot;relativeTransform&quot;:{&quot;translate&quot;:{&quot;x&quot;:-1.6260405035732413,&quot;y&quot;:2.4010557555676804},&quot;rotate&quot;:0},&quot;layout&quot;:{&quot;sizeRatio&quot;:{&quot;x&quot;:0.88,&quot;y&quot;:0.88},&quot;keepAspectRatio&quot;:false},&quot;opacity&quot;:1,&quot;path&quot;:{&quot;type&quot;:&quot;RECT&quot;,&quot;size&quot;:{&quot;x&quot;:25.193168428508553,&quot;y&quot;:32.09910842974625},&quot;cornerRounding&quot;:{&quot;type&quot;:&quot;ARC_LENGTH&quot;,&quot;global&quot;:3.7800024666770486},&quot;selectedObjectIds&quot;:[&quot;4a9aeb5c-124e-4ef0-b4e5-af3fe2ad09a4&quot;]},&quot;pathStyles&quot;:[{&quot;type&quot;:&quot;FILL&quot;,&quot;fillStyle&quot;:&quot;rgb(177, 185, 218)&quot;},{&quot;type&quot;:&quot;STROKE&quot;,&quot;strokeStyle&quot;:&quot;rgba(50, 64, 104, 1)&quot;,&quot;lineWidth&quot;:0.623276500576562,&quot;lineJoin&quot;:&quot;round&quot;}],&quot;isLocked&quot;:false,&quot;parent&quot;:{&quot;type&quot;:&quot;CHILD&quot;,&quot;parentId&quot;:&quot;d4e03a1a-0b99-4577-96c6-aca599ede78f&quot;,&quot;order&quot;:&quot;5&quot;}},&quot;172203c8-bd2c-4534-baf0-b1a232f3c464&quot;:{&quot;type&quot;:&quot;FIGURE_OBJECT&quot;,&quot;id&quot;:&quot;172203c8-bd2c-4534-baf0-b1a232f3c464&quot;,&quot;relativeTransform&quot;:{&quot;translate&quot;:{&quot;x&quot;:0,&quot;y&quot;:0},&quot;rotate&quot;:0},&quot;text&quot;:{&quot;size&quot;:{&quot;x&quot;:22.169988217087532,&quot;y&quot;:7.059989571294003},&quot;targetSize&quot;:{&quot;x&quot;:22.169988217087532,&quot;y&quot;:2},&quot;format&quot;:&quot;BETTER_TEXT&quot;,&quot;textData&quot;:{&quot;lineSpacing&quot;:&quot;normal&quot;,&quot;alignment&quot;:&quot;center&quot;,&quot;lines&quot;:[{&quot;runs&quot;:[{&quot;style&quot;:{&quot;fontFamily&quot;:&quot;Roboto&quot;,&quot;fontSize&quot;:5.817247338714578,&quot;color&quot;:&quot;rgb(0,0,0)&quot;,&quot;fontWeight&quot;:&quot;normal&quot;,&quot;fontStyle&quot;:&quot;normal&quot;,&quot;decoration&quot;:&quot;none&quot;,&quot;script&quot;:&quot;none&quot;},&quot;range&quot;:[0,2]}],&quot;text&quot;:&quot;VCF&quot;,&quot;baseStyle&quot;:{&quot;fontFamily&quot;:&quot;Roboto&quot;,&quot;fontSize&quot;:5.817247338714578,&quot;color&quot;:&quot;rgb(0,0,0)&quot;,&quot;fontWeight&quot;:&quot;normal&quot;,&quot;fontStyle&quot;:&quot;normal&quot;,&quot;decoration&quot;:&quot;none&quot;,&quot;script&quot;:&quot;none&quot;}}],&quot;verticalAlign&quot;:&quot;TOP&quot;},&quot;verticalAlign&quot;:&quot;TOP&quot;},&quot;parent&quot;:{&quot;type&quot;:&quot;CHILD&quot;,&quot;parentId&quot;:&quot;b99c26ea-72ef-424a-b431-aa0e27608bc2&quot;,&quot;order&quot;:&quot;5&quot;}},&quot;989c81d3-8369-4e39-a009-9364b0350a9f&quot;:{&quot;type&quot;:&quot;FIGURE_OBJECT&quot;,&quot;id&quot;:&quot;989c81d3-8369-4e39-a009-9364b0350a9f&quot;,&quot;relativeTransform&quot;:{&quot;translate&quot;:{&quot;x&quot;:62.67746918698765,&quot;y&quot;:72.05081673299608},&quot;rotate&quot;:0},&quot;opacity&quot;:1,&quot;path&quot;:{&quot;type&quot;:&quot;POLY_LINE&quot;,&quot;points&quot;:[{&quot;x&quot;:-15.77640690733111,&quot;y&quot;:0},{&quot;x&quot;:9.957800687138832,&quot;y&quot;:0}],&quot;closed&quot;:false},&quot;pathStyles&quot;:[{&quot;type&quot;:&quot;FILL&quot;,&quot;fillStyle&quot;:&quot;rgba(0,0,0,0)&quot;},{&quot;type&quot;:&quot;STROKE&quot;,&quot;strokeStyle&quot;:&quot;#232323&quot;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a93608b-70b5-43a1-b4cf-6b4f5c3cb2a5&quot;,&quot;order&quot;:&quot;999999995&quot;}},&quot;76174141-15be-4384-8bd8-4b84a10535a0&quot;:{&quot;type&quot;:&quot;FIGURE_OBJECT&quot;,&quot;id&quot;:&quot;76174141-15be-4384-8bd8-4b84a10535a0&quot;,&quot;relativeTransform&quot;:{&quot;translate&quot;:{&quot;x&quot;:125.3517231871692,&quot;y&quot;:72.05081673299608},&quot;rotate&quot;:0},&quot;opacity&quot;:1,&quot;path&quot;:{&quot;type&quot;:&quot;POLY_LINE&quot;,&quot;points&quot;:[{&quot;x&quot;:-15.77640690733111,&quot;y&quot;:0},{&quot;x&quot;:8.646346588058018,&quot;y&quot;:0}],&quot;closed&quot;:false},&quot;pathStyles&quot;:[{&quot;type&quot;:&quot;FILL&quot;,&quot;fillStyle&quot;:&quot;rgba(0,0,0,0)&quot;},{&quot;type&quot;:&quot;STROKE&quot;,&quot;strokeStyle&quot;:&quot;#232323&quot;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a93608b-70b5-43a1-b4cf-6b4f5c3cb2a5&quot;,&quot;order&quot;:&quot;999999997&quot;}},&quot;a662e17b-d10b-4913-885b-ca97ca9a987b&quot;:{&quot;type&quot;:&quot;FIGURE_OBJECT&quot;,&quot;id&quot;:&quot;a662e17b-d10b-4913-885b-ca97ca9a987b&quot;,&quot;relativeTransform&quot;:{&quot;translate&quot;:{&quot;x&quot;:59.76816607689151,&quot;y&quot;:63.0623546028307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5.758330781193276,&quot;color&quot;:&quot;#232323&quot;,&quot;fontWeight&quot;:&quot;normal&quot;,&quot;fontStyle&quot;:&quot;normal&quot;,&quot;decoration&quot;:&quot;none&quot;,&quot;script&quot;:&quot;none&quot;},&quot;range&quot;:[0,10]}],&quot;text&quot;:&quot;Align reads&quot;,&quot;baseStyle&quot;:{&quot;fontFamily&quot;:&quot;Roboto&quot;,&quot;fontSize&quot;:5.758330781193276,&quot;color&quot;:&quot;#232323&quot;,&quot;fontWeight&quot;:&quot;normal&quot;,&quot;fontStyle&quot;:&quot;normal&quot;,&quot;decoration&quot;:&quot;none&quot;,&quot;script&quot;:&quot;none&quot;}}],&quot;verticalAlign&quot;:&quot;TOP&quot;},&quot;size&quot;:{&quot;x&quot;:14.294606294720028,&quot;y&quot;:13.195324955553247},&quot;targetSize&quot;:{&quot;x&quot;:14.294606294720028,&quot;y&quot;:13.195324955553247},&quot;format&quot;:&quot;BETTER_TEXT&quot;,&quot;verticalAlign&quot;:&quot;TOP&quot;},&quot;isLocked&quot;:false,&quot;parent&quot;:{&quot;type&quot;:&quot;CHILD&quot;,&quot;parentId&quot;:&quot;4a93608b-70b5-43a1-b4cf-6b4f5c3cb2a5&quot;,&quot;order&quot;:&quot;999999998&quot;}},&quot;f17ddcc4-6c99-4870-9c27-5ecf444d82f3&quot;:{&quot;type&quot;:&quot;FIGURE_OBJECT&quot;,&quot;id&quot;:&quot;f17ddcc4-6c99-4870-9c27-5ecf444d82f3&quot;,&quot;relativeTransform&quot;:{&quot;translate&quot;:{&quot;x&quot;:121.78669302753269,&quot;y&quot;:63.0623546028307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5.758330781193276,&quot;color&quot;:&quot;#232323&quot;,&quot;fontWeight&quot;:&quot;normal&quot;,&quot;fontStyle&quot;:&quot;normal&quot;,&quot;decoration&quot;:&quot;none&quot;,&quot;script&quot;:&quot;none&quot;},&quot;range&quot;:[0,16]}],&quot;text&quot;:&quot;Identify variants&quot;,&quot;baseStyle&quot;:{&quot;fontFamily&quot;:&quot;Roboto&quot;,&quot;fontSize&quot;:5.758330781193276,&quot;color&quot;:&quot;#232323&quot;,&quot;fontWeight&quot;:&quot;normal&quot;,&quot;fontStyle&quot;:&quot;normal&quot;,&quot;decoration&quot;:&quot;none&quot;,&quot;script&quot;:&quot;none&quot;}}],&quot;verticalAlign&quot;:&quot;TOP&quot;},&quot;size&quot;:{&quot;x&quot;:20.38471590022034,&quot;y&quot;:13.195324955553247},&quot;targetSize&quot;:{&quot;x&quot;:20.38471590022034,&quot;y&quot;:13.195324955553247},&quot;format&quot;:&quot;BETTER_TEXT&quot;,&quot;verticalAlign&quot;:&quot;TOP&quot;},&quot;isLocked&quot;:false,&quot;parent&quot;:{&quot;type&quot;:&quot;CHILD&quot;,&quot;parentId&quot;:&quot;4a93608b-70b5-43a1-b4cf-6b4f5c3cb2a5&quot;,&quot;order&quot;:&quot;999999999&quot;}},&quot;f9de7009-e1d4-431e-b392-a63964e10760&quot;:{&quot;relativeTransform&quot;:{&quot;translate&quot;:{&quot;x&quot;:21.48945105482954,&quot;y&quot;:-58.76326462056208},&quot;rotate&quot;:1.5707963267948966},&quot;type&quot;:&quot;FIGURE_OBJECT&quot;,&quot;id&quot;:&quot;f9de7009-e1d4-431e-b392-a63964e10760&quot;,&quot;name&quot;:&quot;dsDNA brush 1 (straight)&quot;,&quot;displayName&quot;:&quot;dsDNA brush (straight)&quot;,&quot;opacity&quot;:1,&quot;source&quot;:{&quot;id&quot;:&quot;5e75573302a72400a91d3c9b&quot;,&quot;type&quot;:&quot;ASSETS&quot;},&quot;path&quot;:{&quot;type&quot;:&quot;POLY_LINE&quot;,&quot;points&quot;:[{&quot;x&quot;:-17.49630482115937,&quot;y&quot;:0},{&quot;x&quot;:17.496304821159363,&quot;y&quot;:0}],&quot;closed&quot;:false},&quot;pathStyles&quot;:[{&quot;type&quot;:&quot;FILL&quot;,&quot;fillStyle&quot;:&quot;rgba(0,0,0,0)&quot;},{&quot;type&quot;:&quot;STROKE&quot;,&quot;strokeStyle&quot;:&quot;rgba(0,0,0,0)&quot;,&quot;lineWidth&quot;:5.5736759773373725,&quot;lineJoin&quot;:&quot;round&quot;}],&quot;pathSmoothing&quot;:{&quot;type&quot;:&quot;CATMULL_SMOOTHING&quot;,&quot;smoothing&quot;:0.2},&quot;pathPattern&quot;:{&quot;type&quot;:&quot;ROW&quot;,&quot;patternId&quot;:&quot;c2de679e-9af2-4250-b3cd-ee46b4a2c267&quot;,&quot;patternTransform&quot;:{&quot;translate&quot;:{&quot;x&quot;:0.000027960239175948845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82920522,&quot;align&quot;:&quot;CENTER&quot;},&quot;isPremium&quot;:true},&quot;isLocked&quot;:false,&quot;parent&quot;:{&quot;type&quot;:&quot;CHILD&quot;,&quot;parentId&quot;:&quot;4a93608b-70b5-43a1-b4cf-6b4f5c3cb2a5&quot;,&quot;order&quot;:&quot;9999999995&quot;},&quot;isPremium&quot;:true},&quot;07cf93b5-6f48-4c6c-98e2-acdaa4c694d9&quot;:{&quot;type&quot;:&quot;FIGURE_OBJECT&quot;,&quot;id&quot;:&quot;07cf93b5-6f48-4c6c-98e2-acdaa4c694d9&quot;,&quot;relativeTransform&quot;:{&quot;translate&quot;:{&quot;x&quot;:-96.97804038972549,&quot;y&quot;:73.149145478298},&quot;rotate&quot;:0},&quot;opacity&quot;:1,&quot;path&quot;:{&quot;type&quot;:&quot;POLY_LINE&quot;,&quot;points&quot;:[{&quot;x&quot;:-14.561517216355952,&quot;y&quot;:0},{&quot;x&quot;:8.208627922491646,&quot;y&quot;:0}],&quot;closed&quot;:false},&quot;pathStyles&quot;:[{&quot;type&quot;:&quot;FILL&quot;,&quot;fillStyle&quot;:&quot;rgba(0,0,0,0)&quot;},{&quot;type&quot;:&quot;STROKE&quot;,&quot;strokeStyle&quot;:&quot;#232323&quot;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a93608b-70b5-43a1-b4cf-6b4f5c3cb2a5&quot;,&quot;order&quot;:&quot;9999999998&quot;}},&quot;8d6cc81e-4643-4fb9-aceb-7598780edaf0&quot;:{&quot;type&quot;:&quot;FIGURE_OBJECT&quot;,&quot;id&quot;:&quot;8d6cc81e-4643-4fb9-aceb-7598780edaf0&quot;,&quot;relativeTransform&quot;:{&quot;translate&quot;:{&quot;x&quot;:-71.75791785098025,&quot;y&quot;:-50.80422372286229},&quot;rotate&quot;:0.6813909182764469},&quot;opacity&quot;:1,&quot;source&quot;:{&quot;id&quot;:&quot;5de6929b29642000818dbdd9&quot;,&quot;type&quot;:&quot;ASSETS&quot;},&quot;pathStyles&quot;:[{&quot;type&quot;:&quot;FILL&quot;,&quot;fillStyle&quot;:&quot;rgb(0,0,0)&quot;}],&quot;isLocked&quot;:false,&quot;parent&quot;:{&quot;type&quot;:&quot;CHILD&quot;,&quot;parentId&quot;:&quot;4a93608b-70b5-43a1-b4cf-6b4f5c3cb2a5&quot;,&quot;order&quot;:&quot;9994&quot;}},&quot;a7ba23cb-0941-48aa-95d7-72b34a868d60&quot;:{&quot;type&quot;:&quot;FIGURE_OBJECT&quot;,&quot;id&quot;:&quot;a7ba23cb-0941-48aa-95d7-72b34a868d60&quot;,&quot;relativeTransform&quot;:{&quot;translate&quot;:{&quot;x&quot;:0,&quot;y&quot;:0},&quot;rotate&quot;:0},&quot;opacity&quot;:1,&quot;path&quot;:{&quot;type&quot;:&quot;POLY_LINE&quot;,&quot;points&quot;:[{&quot;x&quot;:-13.292415769385455,&quot;y&quot;:-15.495688441725648},{&quot;x&quot;:-25.407707948425816,&quot;y&quot;:34.564093987972456},{&quot;x&quot;:23.106660019115356,&quot;y&quot;:13.53342616289306}],&quot;closed&quot;:false},&quot;pathStyles&quot;:[{&quot;type&quot;:&quot;FILL&quot;,&quot;fillStyle&quot;:&quot;rgba(0,0,0,0)&quot;},{&quot;type&quot;:&quot;STROKE&quot;,&quot;strokeStyle&quot;:&quot;rgba(70,69,70,1)&quot;,&quot;lineWidth&quot;:0.37157839848915786,&quot;lineJoin&quot;:&quot;round&quot;,&quot;dashArray&quot;:[3]}],&quot;isLocked&quot;:false,&quot;parent&quot;:{&quot;type&quot;:&quot;CHILD&quot;,&quot;parentId&quot;:&quot;8d6cc81e-4643-4fb9-aceb-7598780edaf0&quot;,&quot;order&quot;:&quot;2&quot;},&quot;connectorInfo&quot;:{&quot;connectedObjects&quot;:[],&quot;type&quot;:&quot;ELBOW&quot;,&quot;offset&quot;:{&quot;x&quot;:0,&quot;y&quot;:0},&quot;bending&quot;:0.1,&quot;firstElementIsHead&quot;:false,&quot;customized&quot;:true}},&quot;856928a9-d2f8-4052-999b-9588a4db48eb&quot;:{&quot;type&quot;:&quot;FIGURE_OBJECT&quot;,&quot;id&quot;:&quot;856928a9-d2f8-4052-999b-9588a4db48eb&quot;,&quot;relativeTransform&quot;:{&quot;translate&quot;:{&quot;x&quot;:11.400871257463171,&quot;y&quot;:-9.573359222321097},&quot;rotate&quot;:-1.2775810124598523e-15,&quot;skewX&quot;:8.873544347674234e-16},&quot;opacity&quot;:1,&quot;path&quot;:{&quot;type&quot;:&quot;ELLIPSE&quot;,&quot;size&quot;:{&quot;x&quot;:50.305957966801316,&quot;y&quot;:51.703375402685076}},&quot;pathStyles&quot;:[{&quot;type&quot;:&quot;FILL&quot;,&quot;fillStyle&quot;:&quot;rgba(237,248,255,1)&quot;},{&quot;type&quot;:&quot;STROKE&quot;,&quot;strokeStyle&quot;:&quot;rgba(70,69,70,1)&quot;,&quot;lineWidth&quot;:0.37157839848915786,&quot;lineJoin&quot;:&quot;round&quot;}],&quot;isLocked&quot;:false,&quot;parent&quot;:{&quot;type&quot;:&quot;CHILD&quot;,&quot;parentId&quot;:&quot;8d6cc81e-4643-4fb9-aceb-7598780edaf0&quot;,&quot;order&quot;:&quot;5&quot;}},&quot;64b6b92e-3809-4e15-9015-2ba6eff41147&quot;:{&quot;type&quot;:&quot;FIGURE_OBJECT&quot;,&quot;id&quot;:&quot;64b6b92e-3809-4e15-9015-2ba6eff41147&quot;,&quot;parent&quot;:{&quot;type&quot;:&quot;CHILD&quot;,&quot;parentId&quot;:&quot;4a93608b-70b5-43a1-b4cf-6b4f5c3cb2a5&quot;,&quot;order&quot;:&quot;9999957&quot;},&quot;relativeTransform&quot;:{&quot;translate&quot;:{&quot;x&quot;:0,&quot;y&quot;:0},&quot;rotate&quot;:0}},&quot;41e410ea-6425-40f0-8d01-a96dc48805aa&quot;:{&quot;type&quot;:&quot;FIGURE_OBJECT&quot;,&quot;id&quot;:&quot;41e410ea-6425-40f0-8d01-a96dc48805aa&quot;,&quot;name&quot;:&quot;dsDNA brush 2 (wavy)&quot;,&quot;relativeTransform&quot;:{&quot;translate&quot;:{&quot;x&quot;:144.87028696108322,&quot;y&quot;:-72.96619926874828},&quot;rotate&quot;:0},&quot;opacity&quot;:1,&quot;source&quot;:{&quot;id&quot;:&quot;5ee8df7e305f3a00ae69fcb6&quot;,&quot;type&quot;:&quot;ASSETS&quot;},&quot;path&quot;:{&quot;type&quot;:&quot;POLY_LINE&quot;,&quot;points&quot;:[{&quot;x&quot;:-12.329039776723302,&quot;y&quot;:0},{&quot;x&quot;:12.32903977672330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0cd2515e-4bd7-46ab-8779-6c80ca3d6c25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64b6b92e-3809-4e15-9015-2ba6eff41147&quot;,&quot;order&quot;:&quot;2&quot;},&quot;isPremium&quot;:true},&quot;e62a4265-0ac9-464f-8605-700820cb40db&quot;:{&quot;type&quot;:&quot;FIGURE_OBJECT&quot;,&quot;id&quot;:&quot;e62a4265-0ac9-464f-8605-700820cb40db&quot;,&quot;name&quot;:&quot;dsDNA brush 2 (wavy)&quot;,&quot;relativeTransform&quot;:{&quot;translate&quot;:{&quot;x&quot;:162.1289592369941,&quot;y&quot;:-72.96619926874828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54425633-4d02-4b86-ab5f-3b79bee71513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64b6b92e-3809-4e15-9015-2ba6eff41147&quot;,&quot;order&quot;:&quot;5&quot;},&quot;isPremium&quot;:true},&quot;5853272b-b020-4617-bd2f-dd1cd55df5a2&quot;:{&quot;type&quot;:&quot;FIGURE_OBJECT&quot;,&quot;id&quot;:&quot;5853272b-b020-4617-bd2f-dd1cd55df5a2&quot;,&quot;name&quot;:&quot;dsDNA brush 2 (wavy)&quot;,&quot;relativeTransform&quot;:{&quot;translate&quot;:{&quot;x&quot;:127.62310563408231,&quot;y&quot;:-72.95101801476063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ef5434aa-0924-4a65-8313-e80d30fcede1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64b6b92e-3809-4e15-9015-2ba6eff41147&quot;,&quot;order&quot;:&quot;7&quot;},&quot;isPremium&quot;:true},&quot;4d6b865c-739b-4e70-a041-037fc68a64da&quot;:{&quot;type&quot;:&quot;FIGURE_OBJECT&quot;,&quot;id&quot;:&quot;4d6b865c-739b-4e70-a041-037fc68a64da&quot;,&quot;parent&quot;:{&quot;type&quot;:&quot;CHILD&quot;,&quot;parentId&quot;:&quot;4a93608b-70b5-43a1-b4cf-6b4f5c3cb2a5&quot;,&quot;order&quot;:&quot;9999965&quot;},&quot;relativeTransform&quot;:{&quot;translate&quot;:{&quot;x&quot;:0,&quot;y&quot;:0},&quot;rotate&quot;:0}},&quot;90b0ab44-f82b-445b-a968-b50609963114&quot;:{&quot;type&quot;:&quot;FIGURE_OBJECT&quot;,&quot;id&quot;:&quot;90b0ab44-f82b-445b-a968-b50609963114&quot;,&quot;name&quot;:&quot;dsDNA brush 2 (wavy)&quot;,&quot;relativeTransform&quot;:{&quot;translate&quot;:{&quot;x&quot;:144.87034097666307,&quot;y&quot;:-62.004995030396294},&quot;rotate&quot;:0},&quot;opacity&quot;:1,&quot;source&quot;:{&quot;id&quot;:&quot;5ee8df7e305f3a00ae69fcb6&quot;,&quot;type&quot;:&quot;ASSETS&quot;},&quot;path&quot;:{&quot;type&quot;:&quot;POLY_LINE&quot;,&quot;points&quot;:[{&quot;x&quot;:-12.329039776723302,&quot;y&quot;:0},{&quot;x&quot;:12.32903977672330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33c7f590-36d6-4131-9323-27450134aff8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d6b865c-739b-4e70-a041-037fc68a64da&quot;,&quot;order&quot;:&quot;2&quot;},&quot;isPremium&quot;:true},&quot;59780191-dde1-4fee-8567-d877f1fb89bc&quot;:{&quot;type&quot;:&quot;FIGURE_OBJECT&quot;,&quot;id&quot;:&quot;59780191-dde1-4fee-8567-d877f1fb89bc&quot;,&quot;name&quot;:&quot;dsDNA brush 2 (wavy)&quot;,&quot;relativeTransform&quot;:{&quot;translate&quot;:{&quot;x&quot;:162.12901325257388,&quot;y&quot;:-62.004995030396294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90c8c7b3-1a7d-42e8-b56b-fbc640449f4b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d6b865c-739b-4e70-a041-037fc68a64da&quot;,&quot;order&quot;:&quot;5&quot;},&quot;isPremium&quot;:true},&quot;c05279c8-1216-4873-9856-8bd9b8a89749&quot;:{&quot;type&quot;:&quot;FIGURE_OBJECT&quot;,&quot;id&quot;:&quot;c05279c8-1216-4873-9856-8bd9b8a89749&quot;,&quot;name&quot;:&quot;dsDNA brush 2 (wavy)&quot;,&quot;relativeTransform&quot;:{&quot;translate&quot;:{&quot;x&quot;:127.62315964966213,&quot;y&quot;:-61.989813776408646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5250ccf0-ec87-4732-aa18-1b036c0517da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4d6b865c-739b-4e70-a041-037fc68a64da&quot;,&quot;order&quot;:&quot;7&quot;},&quot;isPremium&quot;:true},&quot;55267aee-3c1d-48b1-8296-363a4eb5413f&quot;:{&quot;type&quot;:&quot;FIGURE_OBJECT&quot;,&quot;id&quot;:&quot;55267aee-3c1d-48b1-8296-363a4eb5413f&quot;,&quot;parent&quot;:{&quot;type&quot;:&quot;CHILD&quot;,&quot;parentId&quot;:&quot;4a93608b-70b5-43a1-b4cf-6b4f5c3cb2a5&quot;,&quot;order&quot;:&quot;9999975&quot;},&quot;relativeTransform&quot;:{&quot;translate&quot;:{&quot;x&quot;:0,&quot;y&quot;:0},&quot;rotate&quot;:0}},&quot;3258a9f3-385a-4117-8db2-2b7edb4fa811&quot;:{&quot;type&quot;:&quot;FIGURE_OBJECT&quot;,&quot;id&quot;:&quot;3258a9f3-385a-4117-8db2-2b7edb4fa811&quot;,&quot;name&quot;:&quot;dsDNA brush 2 (wavy)&quot;,&quot;relativeTransform&quot;:{&quot;translate&quot;:{&quot;x&quot;:144.8700572473442,&quot;y&quot;:-52.04413385635691},&quot;rotate&quot;:0},&quot;opacity&quot;:1,&quot;source&quot;:{&quot;id&quot;:&quot;5ee8df7e305f3a00ae69fcb6&quot;,&quot;type&quot;:&quot;ASSETS&quot;},&quot;path&quot;:{&quot;type&quot;:&quot;POLY_LINE&quot;,&quot;points&quot;:[{&quot;x&quot;:-12.329039776723302,&quot;y&quot;:0},{&quot;x&quot;:12.32903977672330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d85049e4-8994-4638-8ea9-58e928559b98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55267aee-3c1d-48b1-8296-363a4eb5413f&quot;,&quot;order&quot;:&quot;2&quot;},&quot;isPremium&quot;:true},&quot;5e62e688-2256-4d2c-a2e7-86cd12c5f8f6&quot;:{&quot;type&quot;:&quot;FIGURE_OBJECT&quot;,&quot;id&quot;:&quot;5e62e688-2256-4d2c-a2e7-86cd12c5f8f6&quot;,&quot;name&quot;:&quot;dsDNA brush 2 (wavy)&quot;,&quot;relativeTransform&quot;:{&quot;translate&quot;:{&quot;x&quot;:162.12872952325503,&quot;y&quot;:-52.04413385635691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a5560787-e31e-4911-b6be-632a0d617db4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55267aee-3c1d-48b1-8296-363a4eb5413f&quot;,&quot;order&quot;:&quot;5&quot;},&quot;isPremium&quot;:true},&quot;c5a9f036-95cc-47b0-ab5c-c09c2d511196&quot;:{&quot;type&quot;:&quot;FIGURE_OBJECT&quot;,&quot;id&quot;:&quot;c5a9f036-95cc-47b0-ab5c-c09c2d511196&quot;,&quot;name&quot;:&quot;dsDNA brush 2 (wavy)&quot;,&quot;relativeTransform&quot;:{&quot;translate&quot;:{&quot;x&quot;:127.62287592034326,&quot;y&quot;:-52.028952602369266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2626d8a4-9dfb-4205-901b-3979c553faf7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55267aee-3c1d-48b1-8296-363a4eb5413f&quot;,&quot;order&quot;:&quot;7&quot;},&quot;isPremium&quot;:true},&quot;2fe2b491-5f61-4cce-b79c-0cbb13dc5e9b&quot;:{&quot;type&quot;:&quot;FIGURE_OBJECT&quot;,&quot;id&quot;:&quot;2fe2b491-5f61-4cce-b79c-0cbb13dc5e9b&quot;,&quot;parent&quot;:{&quot;type&quot;:&quot;CHILD&quot;,&quot;parentId&quot;:&quot;4a93608b-70b5-43a1-b4cf-6b4f5c3cb2a5&quot;,&quot;order&quot;:&quot;999999&quot;},&quot;relativeTransform&quot;:{&quot;translate&quot;:{&quot;x&quot;:0,&quot;y&quot;:0},&quot;rotate&quot;:0}},&quot;921239b6-43ed-4179-8cbd-b5c37cc6ab05&quot;:{&quot;type&quot;:&quot;FIGURE_OBJECT&quot;,&quot;id&quot;:&quot;921239b6-43ed-4179-8cbd-b5c37cc6ab05&quot;,&quot;name&quot;:&quot;dsDNA brush 2 (wavy)&quot;,&quot;relativeTransform&quot;:{&quot;translate&quot;:{&quot;x&quot;:144.86977351802537,&quot;y&quot;:-42.083042968578475},&quot;rotate&quot;:0},&quot;opacity&quot;:1,&quot;source&quot;:{&quot;id&quot;:&quot;5ee8df7e305f3a00ae69fcb6&quot;,&quot;type&quot;:&quot;ASSETS&quot;},&quot;path&quot;:{&quot;type&quot;:&quot;POLY_LINE&quot;,&quot;points&quot;:[{&quot;x&quot;:-12.329039776723302,&quot;y&quot;:0},{&quot;x&quot;:12.32903977672330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e450ed61-94fc-4e33-9d12-fb843d273006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2fe2b491-5f61-4cce-b79c-0cbb13dc5e9b&quot;,&quot;order&quot;:&quot;2&quot;},&quot;isPremium&quot;:true},&quot;68983ec6-9004-4d17-aa50-5f85ee93433b&quot;:{&quot;type&quot;:&quot;FIGURE_OBJECT&quot;,&quot;id&quot;:&quot;68983ec6-9004-4d17-aa50-5f85ee93433b&quot;,&quot;name&quot;:&quot;dsDNA brush 2 (wavy)&quot;,&quot;relativeTransform&quot;:{&quot;translate&quot;:{&quot;x&quot;:162.12844579393618,&quot;y&quot;:-42.083042968578475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ed043381-2d4a-400e-8eb6-10ca82bdc3ec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2fe2b491-5f61-4cce-b79c-0cbb13dc5e9b&quot;,&quot;order&quot;:&quot;5&quot;},&quot;isPremium&quot;:true},&quot;54f532d9-081b-4406-a7a1-c118290be3a9&quot;:{&quot;type&quot;:&quot;FIGURE_OBJECT&quot;,&quot;id&quot;:&quot;54f532d9-081b-4406-a7a1-c118290be3a9&quot;,&quot;name&quot;:&quot;dsDNA brush 2 (wavy)&quot;,&quot;relativeTransform&quot;:{&quot;translate&quot;:{&quot;x&quot;:127.62259219102442,&quot;y&quot;:-42.06786171459082},&quot;rotate&quot;:0},&quot;opacity&quot;:1,&quot;source&quot;:{&quot;id&quot;:&quot;5ee8df7e305f3a00ae69fcb6&quot;,&quot;type&quot;:&quot;ASSETS&quot;},&quot;path&quot;:{&quot;type&quot;:&quot;POLY_LINE&quot;,&quot;points&quot;:[{&quot;x&quot;:-5.625545471892882,&quot;y&quot;:0},{&quot;x&quot;:5.625545471892882,&quot;y&quot;:0}],&quot;closed&quot;:false},&quot;pathStyles&quot;:[{&quot;type&quot;:&quot;FILL&quot;,&quot;fillStyle&quot;:&quot;rgba(0,0,0,0)&quot;},{&quot;type&quot;:&quot;STROKE&quot;,&quot;strokeStyle&quot;:&quot;rgba(0,0,0,0)&quot;,&quot;lineWidth&quot;:4.904834860056886,&quot;lineJoin&quot;:&quot;round&quot;}],&quot;pathSmoothing&quot;:{&quot;type&quot;:&quot;CATMULL_SMOOTHING&quot;,&quot;smoothing&quot;:0.2},&quot;pathPattern&quot;:{&quot;type&quot;:&quot;ROW&quot;,&quot;patternId&quot;:&quot;0fa6121c-99cc-4584-9dfa-3e66b77eb279&quot;,&quot;patternTransform&quot;:{&quot;translate&quot;:{&quot;x&quot;:-0.0015527950310559005,&quot;y&quot;:-0.5},&quot;rotate&quot;:0,&quot;skewX&quot;:0,&quot;scale&quot;:{&quot;x&quot;:0.006211180124223602,&quot;y&quot;:0.006211180124223602}},&quot;xUnits&quot;:&quot;STROKE_WIDTH&quot;,&quot;yUnits&quot;:&quot;STROKE_WIDTH&quot;,&quot;bending&quot;:true,&quot;repeat&quot;:{&quot;distance&quot;:0.3074534161490683,&quot;align&quot;:&quot;CENTER&quot;},&quot;isPremium&quot;:true},&quot;isLocked&quot;:false,&quot;parent&quot;:{&quot;type&quot;:&quot;CHILD&quot;,&quot;parentId&quot;:&quot;2fe2b491-5f61-4cce-b79c-0cbb13dc5e9b&quot;,&quot;order&quot;:&quot;7&quot;},&quot;isPremium&quot;:true},&quot;3d1ceaf9-a218-45f9-ac05-cd81369bb5c9&quot;:{&quot;type&quot;:&quot;FIGURE_OBJECT&quot;,&quot;id&quot;:&quot;3d1ceaf9-a218-45f9-ac05-cd81369bb5c9&quot;,&quot;parent&quot;:{&quot;type&quot;:&quot;CHILD&quot;,&quot;parentId&quot;:&quot;4a93608b-70b5-43a1-b4cf-6b4f5c3cb2a5&quot;,&quot;order&quot;:&quot;9999999996&quot;},&quot;relativeTransform&quot;:{&quot;translate&quot;:{&quot;x&quot;:0,&quot;y&quot;:0},&quot;rotate&quot;:0}},&quot;a7ba2715-2c7b-4a1e-90e0-28850c1a5608&quot;:{&quot;type&quot;:&quot;FIGURE_OBJECT&quot;,&quot;id&quot;:&quot;a7ba2715-2c7b-4a1e-90e0-28850c1a5608&quot;,&quot;relativeTransform&quot;:{&quot;translate&quot;:{&quot;x&quot;:-51.63177456627981,&quot;y&quot;:76.2453349432148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d1ceaf9-a218-45f9-ac05-cd81369bb5c9&quot;,&quot;order&quot;:&quot;05&quot;}},&quot;8941e598-342f-48f3-8e91-20abbfb20c7c&quot;:{&quot;type&quot;:&quot;FIGURE_OBJECT&quot;,&quot;id&quot;:&quot;8941e598-342f-48f3-8e91-20abbfb20c7c&quot;,&quot;relativeTransform&quot;:{&quot;translate&quot;:{&quot;x&quot;:-28.703807024100243,&quot;y&quot;:2.0167272862120327},&quot;rotate&quot;:0},&quot;opacity&quot;:1,&quot;path&quot;:{&quot;type&quot;:&quot;POLY_LINE&quot;,&quot;points&quot;:[{&quot;x&quot;:-5.559611567124422,&quot;y&quot;:10.026010577763184},{&quot;x&quot;:-2.313937927695718,&quot;y&quot;:3.929129241853077},{&quot;x&quot;:0.41171065348210584,&quot;y&quot;:-10.025954704785777},{&quot;x&quot;:3.1373592346598116,&quot;y&quot;:3.7936429899438604},{&quot;x&quot;:5.559611567124422,&quot;y&quot;:10.026010577763184}],&quot;closed&quot;:false},&quot;pathStyles&quot;:[{&quot;type&quot;:&quot;FILL&quot;,&quot;fillStyle&quot;:&quot;transparent&quot;},{&quot;type&quot;:&quot;STROKE&quot;,&quot;strokeStyle&quot;:&quot;rgba(112,112,113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05&quot;}},&quot;dafdfd02-3f15-4579-9146-03628dbdb1e3&quot;:{&quot;type&quot;:&quot;FIGURE_OBJECT&quot;,&quot;id&quot;:&quot;dafdfd02-3f15-4579-9146-03628dbdb1e3&quot;,&quot;relativeTransform&quot;:{&quot;translate&quot;:{&quot;x&quot;:29.043611995507266,&quot;y&quot;:1.3014438465563636},&quot;rotate&quot;:0},&quot;opacity&quot;:1,&quot;path&quot;:{&quot;type&quot;:&quot;POLY_LINE&quot;,&quot;points&quot;:[{&quot;x&quot;:-5.219806595717401,&quot;y&quot;:10.266836558407569},{&quot;x&quot;:-2.172509412076438,&quot;y&quot;:4.023507399087986},{&quot;x&quot;:0.3865467863404485,&quot;y&quot;:-10.266779343354518},{&quot;x&quot;:2.9456029847571576,&quot;y&quot;:3.8847667511031863},{&quot;x&quot;:5.219806595717401,&quot;y&quot;:10.266836558407569}],&quot;closed&quot;:false},&quot;pathStyles&quot;:[{&quot;type&quot;:&quot;FILL&quot;,&quot;fillStyle&quot;:&quot;transparent&quot;},{&quot;type&quot;:&quot;STROKE&quot;,&quot;strokeStyle&quot;:&quot;rgba(112,112,113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1&quot;}},&quot;39149441-4f73-408a-9a8e-7c1884177f5c&quot;:{&quot;type&quot;:&quot;FIGURE_OBJECT&quot;,&quot;id&quot;:&quot;39149441-4f73-408a-9a8e-7c1884177f5c&quot;,&quot;relativeTransform&quot;:{&quot;translate&quot;:{&quot;x&quot;:-17.246046857424282,&quot;y&quot;:0.6619066718539572},&quot;rotate&quot;:0},&quot;opacity&quot;:1,&quot;path&quot;:{&quot;type&quot;:&quot;POLY_LINE&quot;,&quot;points&quot;:[{&quot;x&quot;:-5.559611567124422,&quot;y&quot;:11.328072962787486},{&quot;x&quot;:-2.3139379276956595,&quot;y&quot;:4.439399139539257},{&quot;x&quot;:0.41171065348204655,&quot;y&quot;:-11.328009833673484},{&quot;x&quot;:3.1373592346597525,&quot;y&quot;:4.286317499022603},{&quot;x&quot;:5.559611567124422,&quot;y&quot;:11.328072962787486}],&quot;closed&quot;:false},&quot;pathStyles&quot;:[{&quot;type&quot;:&quot;FILL&quot;,&quot;fillStyle&quot;:&quot;transparent&quot;},{&quot;type&quot;:&quot;STROKE&quot;,&quot;strokeStyle&quot;:&quot;rgb(28, 114, 195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2&quot;}},&quot;4769ab27-0ca1-49ab-96e2-7227f07d0529&quot;:{&quot;type&quot;:&quot;FIGURE_OBJECT&quot;,&quot;id&quot;:&quot;4769ab27-0ca1-49ab-96e2-7227f07d0529&quot;,&quot;relativeTransform&quot;:{&quot;translate&quot;:{&quot;x&quot;:16.873765536947033,&quot;y&quot;:1.5633616199781124},&quot;rotate&quot;:0},&quot;opacity&quot;:1,&quot;path&quot;:{&quot;type&quot;:&quot;POLY_LINE&quot;,&quot;points&quot;:[{&quot;x&quot;:-5.559611567124422,&quot;y&quot;:10.069372870662557},{&quot;x&quot;:-2.3139379276956595,&quot;y&quot;:3.9461226463285777},{&quot;x&quot;:0.41171065348204655,&quot;y&quot;:-10.069316756035656},{&quot;x&quot;:3.1373592346598116,&quot;y&quot;:3.8100504191211635},{&quot;x&quot;:5.559611567124422,&quot;y&quot;:10.069372870662557}],&quot;closed&quot;:false},&quot;pathStyles&quot;:[{&quot;type&quot;:&quot;FILL&quot;,&quot;fillStyle&quot;:&quot;transparent&quot;},{&quot;type&quot;:&quot;STROKE&quot;,&quot;strokeStyle&quot;:&quot;rgb(28, 114, 195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25&quot;}},&quot;b2c9c2fa-c403-4314-92b2-244cbb55e29a&quot;:{&quot;type&quot;:&quot;FIGURE_OBJECT&quot;,&quot;id&quot;:&quot;b2c9c2fa-c403-4314-92b2-244cbb55e29a&quot;,&quot;relativeTransform&quot;:{&quot;translate&quot;:{&quot;x&quot;:3.6569310711617313,&quot;y&quot;:-0.28830357486865943},&quot;rotate&quot;:0},&quot;opacity&quot;:1,&quot;path&quot;:{&quot;type&quot;:&quot;POLY_LINE&quot;,&quot;points&quot;:[{&quot;x&quot;:-6.7964454266424115,&quot;y&quot;:11.803764658361347},{&quot;x&quot;:-2.8287143186795296,&quot;y&quot;:4.6258196641027505},{&quot;x&quot;:0.5033029653554826,&quot;y&quot;:-11.803698878311453},{&quot;x&quot;:3.835320249390495,&quot;y&quot;:4.466309775341473},{&quot;x&quot;:6.7964454266424115,&quot;y&quot;:11.803764658361347}],&quot;closed&quot;:false},&quot;pathStyles&quot;:[{&quot;type&quot;:&quot;FILL&quot;,&quot;fillStyle&quot;:&quot;transparent&quot;},{&quot;type&quot;:&quot;STROKE&quot;,&quot;strokeStyle&quot;:&quot;rgba(112,112,113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3&quot;}},&quot;4d25f1fa-1939-46b1-a5a8-1278d96d8a64&quot;:{&quot;type&quot;:&quot;FIGURE_OBJECT&quot;,&quot;id&quot;:&quot;4d25f1fa-1939-46b1-a5a8-1278d96d8a64&quot;,&quot;relativeTransform&quot;:{&quot;translate&quot;:{&quot;x&quot;:10.034977494693573,&quot;y&quot;:2.217968603537523},&quot;rotate&quot;:0},&quot;opacity&quot;:1,&quot;path&quot;:{&quot;type&quot;:&quot;POLY_LINE&quot;,&quot;points&quot;:[{&quot;x&quot;:-4.801374989468172,&quot;y&quot;:9.738196367510415},{&quot;x&quot;:-1.998356100796041,&quot;y&quot;:3.8163366988017553},{&quot;x&quot;:0.35556031400026894,&quot;y&quot;:-9.738142098464776},{&quot;x&quot;:2.7094767287966377,&quot;y&quot;:3.684739817274905},{&quot;x&quot;:4.801374989468172,&quot;y&quot;:9.738196367510415}],&quot;closed&quot;:false},&quot;pathStyles&quot;:[{&quot;type&quot;:&quot;FILL&quot;,&quot;fillStyle&quot;:&quot;transparent&quot;},{&quot;type&quot;:&quot;STROKE&quot;,&quot;strokeStyle&quot;:&quot;rgba(192,56,48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5&quot;}},&quot;77a32bcb-7eb4-406a-a27a-12f97d47041c&quot;:{&quot;type&quot;:&quot;FIGURE_OBJECT&quot;,&quot;id&quot;:&quot;77a32bcb-7eb4-406a-a27a-12f97d47041c&quot;,&quot;relativeTransform&quot;:{&quot;translate&quot;:{&quot;x&quot;:23.122447189153952,&quot;y&quot;:0.547219435055944},&quot;rotate&quot;:0},&quot;opacity&quot;:1,&quot;path&quot;:{&quot;type&quot;:&quot;POLY_LINE&quot;,&quot;points&quot;:[{&quot;x&quot;:-6.0650709035926855,&quot;y&quot;:11.031541145894519},{&quot;x&quot;:-2.524312612229081,&quot;y&quot;:4.3231902223575185},{&quot;x&quot;:0.4491418644961742,&quot;y&quot;:-11.03147966929379},{&quot;x&quot;:3.422596341221548,&quot;y&quot;:4.174115757390041},{&quot;x&quot;:6.0650709035926855,&quot;y&quot;:11.031541145894519}],&quot;closed&quot;:false},&quot;pathStyles&quot;:[{&quot;type&quot;:&quot;FILL&quot;,&quot;fillStyle&quot;:&quot;transparent&quot;},{&quot;type&quot;:&quot;STROKE&quot;,&quot;strokeStyle&quot;:&quot;rgba(192,56,48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55&quot;}},&quot;568cd3c8-4435-4918-b6bb-aaaf63b9c6d1&quot;:{&quot;type&quot;:&quot;FIGURE_OBJECT&quot;,&quot;id&quot;:&quot;568cd3c8-4435-4918-b6bb-aaaf63b9c6d1&quot;,&quot;relativeTransform&quot;:{&quot;translate&quot;:{&quot;x&quot;:-22.498224513295348,&quot;y&quot;:3.1458212901877824},&quot;rotate&quot;:0},&quot;opacity&quot;:1,&quot;path&quot;:{&quot;type&quot;:&quot;POLY_LINE&quot;,&quot;points&quot;:[{&quot;x&quot;:-4.939151656223507,&quot;y&quot;:8.940933979524033},{&quot;x&quot;:-2.0556994333127516,&quot;y&quot;:3.503894682331584},{&quot;x&quot;:0.36576320692173836,&quot;y&quot;:-8.940884153464266},{&quot;x&quot;:2.787225847156228,&quot;y&quot;:3.3830715868384975},{&quot;x&quot;:4.939151656223507,&quot;y&quot;:8.940933979524033}],&quot;closed&quot;:false},&quot;pathStyles&quot;:[{&quot;type&quot;:&quot;FILL&quot;,&quot;fillStyle&quot;:&quot;transparent&quot;},{&quot;type&quot;:&quot;STROKE&quot;,&quot;strokeStyle&quot;:&quot;rgba(90,170,70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6&quot;}},&quot;293d29f8-fe50-4f77-9ec3-c4fb0e6a5b78&quot;:{&quot;type&quot;:&quot;FIGURE_OBJECT&quot;,&quot;id&quot;:&quot;293d29f8-fe50-4f77-9ec3-c4fb0e6a5b78&quot;,&quot;relativeTransform&quot;:{&quot;translate&quot;:{&quot;x&quot;:-3.7782399122795463,&quot;y&quot;:-0.17947629403690918},&quot;rotate&quot;:0},&quot;opacity&quot;:1,&quot;path&quot;:{&quot;type&quot;:&quot;POLY_LINE&quot;,&quot;points&quot;:[{&quot;x&quot;:-5.35064328826225,&quot;y&quot;:11.766969231696546},{&quot;x&quot;:-2.2269642928820583,&quot;y&quot;:4.61139977238662},{&quot;x&quot;:0.39623574743721807,&quot;y&quot;:-11.7669036567003},{&quot;x&quot;:3.0194357877563767,&quot;y&quot;:4.452387117735278},{&quot;x&quot;:5.35064328826225,&quot;y&quot;:11.766969231696546}],&quot;closed&quot;:false},&quot;pathStyles&quot;:[{&quot;type&quot;:&quot;FILL&quot;,&quot;fillStyle&quot;:&quot;transparent&quot;},{&quot;type&quot;:&quot;STROKE&quot;,&quot;strokeStyle&quot;:&quot;rgba(90,170,70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7&quot;}},&quot;f123adc5-1b83-467c-a8e4-eef043425337&quot;:{&quot;type&quot;:&quot;FIGURE_OBJECT&quot;,&quot;id&quot;:&quot;f123adc5-1b83-467c-a8e4-eef043425337&quot;,&quot;relativeTransform&quot;:{&quot;translate&quot;:{&quot;x&quot;:-10.175263031817954,&quot;y&quot;:0.9097533597266257},&quot;rotate&quot;:0},&quot;opacity&quot;:1,&quot;path&quot;:{&quot;type&quot;:&quot;POLY_LINE&quot;,&quot;points&quot;:[{&quot;x&quot;:-5.331814396568926,&quot;y&quot;:11.182314873503348},{&quot;x&quot;:-2.219127614707746,&quot;y&quot;:4.382277479193781},{&quot;x&quot;:0.394841395473974,&quot;y&quot;:-11.182252556670402},{&quot;x&quot;:3.008810405655635,&quot;y&quot;:4.2311655370980255},{&quot;x&quot;:5.331814396568926,&quot;y&quot;:11.182314873503348}],&quot;closed&quot;:false},&quot;pathStyles&quot;:[{&quot;type&quot;:&quot;FILL&quot;,&quot;fillStyle&quot;:&quot;transparent&quot;},{&quot;type&quot;:&quot;STROKE&quot;,&quot;strokeStyle&quot;:&quot;rgba(192,56,48,1)&quot;,&quot;lineWidth&quot;:0.5729366426304313,&quot;lineJoin&quot;:&quot;round&quot;}],&quot;pathSmoothing&quot;:{&quot;type&quot;:&quot;CATMULL_SMOOTHING&quot;,&quot;smoothing&quot;:0.2},&quot;isLocked&quot;:false,&quot;parent&quot;:{&quot;type&quot;:&quot;CHILD&quot;,&quot;parentId&quot;:&quot;a7ba2715-2c7b-4a1e-90e0-28850c1a5608&quot;,&quot;order&quot;:&quot;8&quot;}},&quot;82ecbac8-b895-42e8-85ca-4a2b58e7e2c8&quot;:{&quot;type&quot;:&quot;FIGURE_OBJECT&quot;,&quot;id&quot;:&quot;82ecbac8-b895-42e8-85ca-4a2b58e7e2c8&quot;,&quot;relativeTransform&quot;:{&quot;translate&quot;:{&quot;x&quot;:0,&quot;y&quot;:-0.6086232209725707},&quot;rotate&quot;:0,&quot;skewX&quot;:0,&quot;scale&quot;:{&quot;x&quot;:0.14345518848303856,&quot;y&quot;:0.12892423483639834}},&quot;opacity&quot;:1,&quot;path&quot;:{&quot;type&quot;:&quot;RECT&quot;,&quot;size&quot;:{&quot;x&quot;:483.6881053037114,&quot;y&quot;:184.4988227638247}},&quot;pathStyles&quot;:[{&quot;type&quot;:&quot;FILL&quot;,&quot;fillStyle&quot;:&quot;#fff&quot;}],&quot;isFrozen&quot;:true,&quot;isLocked&quot;:false,&quot;parent&quot;:{&quot;type&quot;:&quot;CROP&quot;,&quot;parentId&quot;:&quot;a7ba2715-2c7b-4a1e-90e0-28850c1a5608&quot;,&quot;order&quot;:&quot;5&quot;}},&quot;d1aef9cf-4b75-4e5c-a235-24285be4691b&quot;:{&quot;type&quot;:&quot;FIGURE_OBJECT&quot;,&quot;id&quot;:&quot;d1aef9cf-4b75-4e5c-a235-24285be4691b&quot;,&quot;relativeTransform&quot;:{&quot;translate&quot;:{&quot;x&quot;:-50.71273645444516,&quot;y&quot;:72.71971064585885},&quot;rotate&quot;:0},&quot;opacity&quot;:1,&quot;path&quot;:{&quot;type&quot;:&quot;RECT&quot;,&quot;size&quot;:{&quot;x&quot;:70.13165526964545,&quot;y&quot;:29.529476507910505},&quot;cornerRounding&quot;:{&quot;type&quot;:&quot;ARC_LENGTH&quot;,&quot;global&quot;:0}},&quot;pathStyles&quot;:[{&quot;type&quot;:&quot;FILL&quot;,&quot;fillStyle&quot;:&quot;transparent&quot;},{&quot;type&quot;:&quot;STROKE&quot;,&quot;strokeStyle&quot;:&quot;rgba(23,23,23,1)&quot;,&quot;lineWidth&quot;:0.22917465705217252,&quot;lineJoin&quot;:&quot;round&quot;}],&quot;isLocked&quot;:false,&quot;parent&quot;:{&quot;type&quot;:&quot;CHILD&quot;,&quot;parentId&quot;:&quot;3d1ceaf9-a218-45f9-ac05-cd81369bb5c9&quot;,&quot;order&quot;:&quot;1&quot;}},&quot;c26c285b-71e5-408e-964f-417308c6ae6c&quot;:{&quot;type&quot;:&quot;FIGURE_OBJECT&quot;,&quot;id&quot;:&quot;c26c285b-71e5-408e-964f-417308c6ae6c&quot;,&quot;relativeTransform&quot;:{&quot;translate&quot;:{&quot;x&quot;:-79.89259926180785,&quot;y&quot;:92.5895488980338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4.637456536219211,&quot;color&quot;:&quot;#232323&quot;,&quot;fontWeight&quot;:&quot;normal&quot;,&quot;fontStyle&quot;:&quot;normal&quot;,&quot;decoration&quot;:&quot;none&quot;,&quot;script&quot;:&quot;none&quot;},&quot;range&quot;:[0,0]}],&quot;text&quot;:&quot;1&quot;,&quot;baseStyle&quot;:{&quot;fontFamily&quot;:&quot;Roboto&quot;,&quot;fontSize&quot;:4.637456536219211,&quot;color&quot;:&quot;#232323&quot;,&quot;fontWeight&quot;:&quot;normal&quot;,&quot;fontStyle&quot;:&quot;normal&quot;,&quot;decoration&quot;:&quot;none&quot;,&quot;script&quot;:&quot;none&quot;}}],&quot;verticalAlign&quot;:&quot;TOP&quot;},&quot;size&quot;:{&quot;x&quot;:3.260073610573319,&quot;y&quot;:6.196078765419725},&quot;targetSize&quot;:{&quot;x&quot;:3.260073610573319,&quot;y&quot;:6.196078765419725},&quot;format&quot;:&quot;BETTER_TEXT&quot;,&quot;verticalAlign&quot;:&quot;TOP&quot;},&quot;isLocked&quot;:false,&quot;parent&quot;:{&quot;type&quot;:&quot;CHILD&quot;,&quot;parentId&quot;:&quot;3d1ceaf9-a218-45f9-ac05-cd81369bb5c9&quot;,&quot;order&quot;:&quot;2&quot;}},&quot;7ae5dbb2-4b9a-4a19-982c-af4dbaa53a76&quot;:{&quot;type&quot;:&quot;FIGURE_OBJECT&quot;,&quot;id&quot;:&quot;7ae5dbb2-4b9a-4a19-982c-af4dbaa53a76&quot;,&quot;relativeTransform&quot;:{&quot;translate&quot;:{&quot;x&quot;:-21.743240189339957,&quot;y&quot;:92.58954889803387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4.637456536219211,&quot;color&quot;:&quot;#232323&quot;,&quot;fontWeight&quot;:&quot;normal&quot;,&quot;fontStyle&quot;:&quot;normal&quot;,&quot;decoration&quot;:&quot;none&quot;,&quot;script&quot;:&quot;none&quot;},&quot;range&quot;:[0,1]}],&quot;text&quot;:&quot;10&quot;,&quot;baseStyle&quot;:{&quot;fontFamily&quot;:&quot;Roboto&quot;,&quot;fontSize&quot;:4.637456536219211,&quot;color&quot;:&quot;#232323&quot;,&quot;fontWeight&quot;:&quot;normal&quot;,&quot;fontStyle&quot;:&quot;normal&quot;,&quot;decoration&quot;:&quot;none&quot;,&quot;script&quot;:&quot;none&quot;}}],&quot;verticalAlign&quot;:&quot;TOP&quot;},&quot;size&quot;:{&quot;x&quot;:6.520147221146638,&quot;y&quot;:6.196078765419725},&quot;targetSize&quot;:{&quot;x&quot;:6.520147221146638,&quot;y&quot;:6.196078765419725},&quot;format&quot;:&quot;BETTER_TEXT&quot;,&quot;verticalAlign&quot;:&quot;TOP&quot;},&quot;isLocked&quot;:false,&quot;parent&quot;:{&quot;type&quot;:&quot;CHILD&quot;,&quot;parentId&quot;:&quot;3d1ceaf9-a218-45f9-ac05-cd81369bb5c9&quot;,&quot;order&quot;:&quot;3&quot;}},&quot;5dab75c2-8a08-4710-8a90-d6275f4abb44&quot;:{&quot;type&quot;:&quot;FIGURE_OBJECT&quot;,&quot;id&quot;:&quot;5dab75c2-8a08-4710-8a90-d6275f4abb44&quot;,&quot;relativeTransform&quot;:{&quot;translate&quot;:{&quot;x&quot;:-79.98047798682371,&quot;y&quot;:88.22884592395087},&quot;rotate&quot;:0},&quot;opacity&quot;:1,&quot;path&quot;:{&quot;type&quot;:&quot;POLY_LINE&quot;,&quot;points&quot;:[{&quot;x&quot;:0,&quot;y&quot;:-0.8874112663252459},{&quot;x&quot;:0,&quot;y&quot;:0.8874112663252459}],&quot;closed&quot;:false},&quot;pathStyles&quot;:[{&quot;type&quot;:&quot;FILL&quot;,&quot;fillStyle&quot;:&quot;transparent&quot;},{&quot;type&quot;:&quot;STROKE&quot;,&quot;strokeStyle&quot;:&quot;#232323&quot;,&quot;lineWidth&quot;:0.11458732852608626,&quot;lineJoin&quot;:&quot;round&quot;}],&quot;isLocked&quot;:false,&quot;parent&quot;:{&quot;type&quot;:&quot;CHILD&quot;,&quot;parentId&quot;:&quot;3d1ceaf9-a218-45f9-ac05-cd81369bb5c9&quot;,&quot;order&quot;:&quot;5&quot;}},&quot;a7ce9590-3eb7-456a-b468-846524c86ca9&quot;:{&quot;type&quot;:&quot;FIGURE_OBJECT&quot;,&quot;id&quot;:&quot;a7ce9590-3eb7-456a-b468-846524c86ca9&quot;,&quot;relativeTransform&quot;:{&quot;translate&quot;:{&quot;x&quot;:-22.189694906496353,&quot;y&quot;:88.39016568289335},&quot;rotate&quot;:0},&quot;opacity&quot;:1,&quot;path&quot;:{&quot;type&quot;:&quot;POLY_LINE&quot;,&quot;points&quot;:[{&quot;x&quot;:0,&quot;y&quot;:-0.8874112663252182},{&quot;x&quot;:0,&quot;y&quot;:0.8874112663252182}],&quot;closed&quot;:false},&quot;pathStyles&quot;:[{&quot;type&quot;:&quot;FILL&quot;,&quot;fillStyle&quot;:&quot;transparent&quot;},{&quot;type&quot;:&quot;STROKE&quot;,&quot;strokeStyle&quot;:&quot;#232323&quot;,&quot;lineWidth&quot;:0.11458732852608626,&quot;lineJoin&quot;:&quot;round&quot;}],&quot;isLocked&quot;:false,&quot;parent&quot;:{&quot;type&quot;:&quot;CHILD&quot;,&quot;parentId&quot;:&quot;3d1ceaf9-a218-45f9-ac05-cd81369bb5c9&quot;,&quot;order&quot;:&quot;6&quot;}},&quot;8892b69f-6170-40f4-a503-040d2fa6fde1&quot;:{&quot;type&quot;:&quot;FIGURE_OBJECT&quot;,&quot;id&quot;:&quot;8892b69f-6170-40f4-a503-040d2fa6fde1&quot;,&quot;relativeTransform&quot;:{&quot;translate&quot;:{&quot;x&quot;:-50.71273645444516,&quot;y&quot;:92.45794485243132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4.637456536219211,&quot;color&quot;:&quot;#232323&quot;,&quot;fontWeight&quot;:&quot;normal&quot;,&quot;fontStyle&quot;:&quot;normal&quot;,&quot;decoration&quot;:&quot;none&quot;,&quot;script&quot;:&quot;none&quot;},&quot;range&quot;:[0,9]}],&quot;text&quot;:&quot;Nucleotide&quot;,&quot;baseStyle&quot;:{&quot;fontFamily&quot;:&quot;Roboto&quot;,&quot;fontSize&quot;:4.637456536219211,&quot;color&quot;:&quot;#232323&quot;,&quot;fontWeight&quot;:&quot;normal&quot;,&quot;fontStyle&quot;:&quot;normal&quot;,&quot;decoration&quot;:&quot;none&quot;,&quot;script&quot;:&quot;none&quot;}}],&quot;verticalAlign&quot;:&quot;TOP&quot;},&quot;size&quot;:{&quot;x&quot;:22.627591668976365,&quot;y&quot;:5.5736759773373725},&quot;targetSize&quot;:{&quot;x&quot;:22.627591668976365,&quot;y&quot;:5.5736759773373725},&quot;format&quot;:&quot;BETTER_TEXT&quot;,&quot;verticalAlign&quot;:&quot;TOP&quot;},&quot;isLocked&quot;:false,&quot;parent&quot;:{&quot;type&quot;:&quot;CHILD&quot;,&quot;parentId&quot;:&quot;3d1ceaf9-a218-45f9-ac05-cd81369bb5c9&quot;,&quot;order&quot;:&quot;7&quot;}},&quot;1bd44417-90c9-4fc4-be40-a28ee5668c6d&quot;:{&quot;type&quot;:&quot;FIGURE_OBJECT&quot;,&quot;id&quot;:&quot;1bd44417-90c9-4fc4-be40-a28ee5668c6d&quot;,&quot;relativeTransform&quot;:{&quot;translate&quot;:{&quot;x&quot;:-50.31843501877689,&quot;y&quot;:52.855854047672175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3.879082368147285,&quot;color&quot;:&quot;#232323&quot;,&quot;fontWeight&quot;:&quot;normal&quot;,&quot;fontStyle&quot;:&quot;normal&quot;,&quot;decoration&quot;:&quot;none&quot;,&quot;script&quot;:&quot;none&quot;},&quot;range&quot;:[0,52]}],&quot;text&quot;:&quot;     G    A   C    T     A     G    T     C   T     G&quot;,&quot;baseStyle&quot;:{&quot;fontFamily&quot;:&quot;Roboto&quot;,&quot;fontSize&quot;:3.879082368147285,&quot;color&quot;:&quot;#232323&quot;,&quot;fontWeight&quot;:&quot;normal&quot;,&quot;fontStyle&quot;:&quot;normal&quot;,&quot;decoration&quot;:&quot;none&quot;,&quot;script&quot;:&quot;none&quot;}}],&quot;verticalAlign&quot;:&quot;TOP&quot;},&quot;size&quot;:{&quot;x&quot;:72.01396714436264,&quot;y&quot;:5.182819440543286},&quot;targetSize&quot;:{&quot;x&quot;:72.01396714436264,&quot;y&quot;:5.182819440543286},&quot;format&quot;:&quot;BETTER_TEXT&quot;,&quot;verticalAlign&quot;:&quot;TOP&quot;},&quot;isLocked&quot;:false,&quot;parent&quot;:{&quot;type&quot;:&quot;CHILD&quot;,&quot;parentId&quot;:&quot;3d1ceaf9-a218-45f9-ac05-cd81369bb5c9&quot;,&quot;order&quot;:&quot;8&quot;}},&quot;152409cd-edb1-4bad-8a5f-2cc9c48b49d4&quot;:{&quot;type&quot;:&quot;FIGURE_OBJECT&quot;,&quot;id&quot;:&quot;152409cd-edb1-4bad-8a5f-2cc9c48b49d4&quot;,&quot;relativeTransform&quot;:{&quot;translate&quot;:{&quot;x&quot;:-0.4372103296530328,&quot;y&quot;:-59.37136490087107},&quot;rotate&quot;:0},&quot;opacity&quot;:1,&quot;path&quot;:{&quot;type&quot;:&quot;POLY_LINE&quot;,&quot;points&quot;:[{&quot;x&quot;:-10.173311492615797,&quot;y&quot;:0},{&quot;x&quot;:10.173311492615797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a93608b-70b5-43a1-b4cf-6b4f5c3cb2a5&quot;,&quot;order&quot;:&quot;9999999999&quot;},&quot;connectorInfo&quot;:{&quot;type&quot;:&quot;LINE&quot;,&quot;offset&quot;:{&quot;x&quot;:0,&quot;y&quot;:0},&quot;bending&quot;:0.1,&quot;customized&quot;:false}},&quot;befca01f-fb99-442e-b2dd-4dca380076dd&quot;:{&quot;type&quot;:&quot;FIGURE_OBJECT&quot;,&quot;id&quot;:&quot;befca01f-fb99-442e-b2dd-4dca380076dd&quot;,&quot;relativeTransform&quot;:{&quot;translate&quot;:{&quot;x&quot;:1.7273240304779802,&quot;y&quot;:72.66523106712106},&quot;rotate&quot;:0},&quot;opacity&quot;:1,&quot;path&quot;:{&quot;type&quot;:&quot;POLY_LINE&quot;,&quot;points&quot;:[{&quot;x&quot;:-7.5758702604585455,&quot;y&quot;:0},{&quot;x&quot;:7.5758702604585455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a93608b-70b5-43a1-b4cf-6b4f5c3cb2a5&quot;,&quot;order&quot;:&quot;99999999995&quot;},&quot;connectorInfo&quot;:{&quot;type&quot;:&quot;LINE&quot;,&quot;offset&quot;:{&quot;x&quot;:0,&quot;y&quot;:0},&quot;bending&quot;:0.1,&quot;customized&quot;:false}},&quot;b8421d39-4084-4e1b-8cde-5ab45523f9a1&quot;:{&quot;type&quot;:&quot;FIGURE_OBJECT&quot;,&quot;id&quot;:&quot;b8421d39-4084-4e1b-8cde-5ab45523f9a1&quot;,&quot;relativeTransform&quot;:{&quot;translate&quot;:{&quot;x&quot;:-13.207962894095116,&quot;y&quot;:24.179661504401352},&quot;rotate&quot;:0},&quot;opacity&quot;:1,&quot;path&quot;:{&quot;type&quot;:&quot;POLY_LINE&quot;,&quot;points&quot;:[{&quot;x&quot;:-79.65486445282147,&quot;y&quot;:2.597441232157208},{&quot;x&quot;:-79.65486445282147,&quot;y&quot;:0},{&quot;x&quot;:79.65486445282147,&quot;y&quot;:0},{&quot;x&quot;:79.65486445282147,&quot;y&quot;:-36.797083488920094}],&quot;closed&quot;:false},&quot;pathStyles&quot;:[{&quot;type&quot;:&quot;FILL&quot;,&quot;fillStyle&quot;:&quot;rgba(0,0,0,0)&quot;},{&quot;type&quot;:&quot;STROKE&quot;,&quot;strokeStyle&quot;:&quot;#232323&quot;,&quot;lineWidth&quot;:0.7431567969783163,&quot;lineJoin&quot;:&quot;round&quot;}],&quot;isLocked&quot;:false,&quot;parent&quot;:{&quot;type&quot;:&quot;CHILD&quot;,&quot;parentId&quot;:&quot;4a93608b-70b5-43a1-b4cf-6b4f5c3cb2a5&quot;,&quot;order&quot;:&quot;99999999997&quot;},&quot;connectorInfo&quot;:{&quot;type&quot;:&quot;ELBOW&quot;,&quot;offset&quot;:{&quot;x&quot;:0,&quot;y&quot;:0},&quot;bending&quot;:0.1,&quot;customized&quot;:false}},&quot;6be1ca6f-1c2b-4a22-be6d-a0a121cad680&quot;:{&quot;type&quot;:&quot;FIGURE_OBJECT&quot;,&quot;id&quot;:&quot;6be1ca6f-1c2b-4a22-be6d-a0a121cad680&quot;,&quot;relativeTransform&quot;:{&quot;translate&quot;:{&quot;x&quot;:-93.29573437927374,&quot;y&quot;:33.05425227672341},&quot;rotate&quot;:0},&quot;opacity&quot;:1,&quot;path&quot;:{&quot;type&quot;:&quot;POLY_LINE&quot;,&quot;points&quot;:[{&quot;x&quot;:0,&quot;y&quot;:-4.978429028301338},{&quot;x&quot;:0,&quot;y&quot;:4.978429028301338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0.7431567969783163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a93608b-70b5-43a1-b4cf-6b4f5c3cb2a5&quot;,&quot;order&quot;:&quot;99999999998&quot;},&quot;connectorInfo&quot;:{&quot;type&quot;:&quot;LINE&quot;,&quot;offset&quot;:{&quot;x&quot;:0,&quot;y&quot;:0},&quot;bending&quot;:0.1,&quot;customized&quot;:false}},&quot;784451d6-e863-47b3-a767-f6e0184f98b8&quot;:{&quot;id&quot;:&quot;784451d6-e863-47b3-a767-f6e0184f98b8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57875105-f264-4eee-8889-8917bda7bde6&quot;,&quot;order&quot;:&quot;8&quot;}},&quot;57875105-f264-4eee-8889-8917bda7bde6&quot;:{&quot;id&quot;:&quot;57875105-f264-4eee-8889-8917bda7bde6&quot;,&quot;type&quot;:&quot;FIGURE_OBJECT&quot;,&quot;document&quot;:{&quot;type&quot;:&quot;DOCUMENT_GROUP&quot;,&quot;canvasType&quot;:&quot;SLIDE&quot;,&quot;units&quot;:&quot;in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c79ad4563a16adf5eb2b4"/>
  <p:tag name="FIGURESLIDEID" val="784451d6-e863-47b3-a767-f6e0184f98b8"/>
  <p:tag name="SELECTIONIDS" val="0cf703da-7052-4c10-9309-3fafa41a39aa"/>
  <p:tag name="TRANSPARENTBACKGROUND" val="true"/>
  <p:tag name="VERSION" val="1780252869800"/>
  <p:tag name="TITLE" val="Porposa 16s"/>
  <p:tag name="CREATORNAME" val="Gugulethu Mzobe"/>
  <p:tag name="DATEINSERTED" val="1780252870357"/>
  <p:tag name="DPI" val="300"/>
  <p:tag name="BIOJSON" val="{&quot;id&quot;:&quot;57875105-f264-4eee-8889-8917bda7bde6&quot;,&quot;objects&quot;:{&quot;0cf703da-7052-4c10-9309-3fafa41a39aa&quot;:{&quot;type&quot;:&quot;FIGURE_OBJECT&quot;,&quot;id&quot;:&quot;0cf703da-7052-4c10-9309-3fafa41a39aa&quot;,&quot;parent&quot;:{&quot;type&quot;:&quot;CHILD&quot;,&quot;parentId&quot;:&quot;784451d6-e863-47b3-a767-f6e0184f98b8&quot;,&quot;order&quot;:&quot;9&quot;},&quot;relativeTransform&quot;:{&quot;translate&quot;:{&quot;x&quot;:20.97087339807009,&quot;y&quot;:176.62000083017094},&quot;rotate&quot;:0,&quot;skewX&quot;:0,&quot;scale&quot;:{&quot;x&quot;:1,&quot;y&quot;:1}}},&quot;340d6fd7-2797-49c7-86a2-b62aa3a4508a&quot;:{&quot;type&quot;:&quot;FIGURE_OBJECT&quot;,&quot;id&quot;:&quot;340d6fd7-2797-49c7-86a2-b62aa3a4508a&quot;,&quot;relativeTransform&quot;:{&quot;translate&quot;:{&quot;x&quot;:0.1482628996446882,&quot;y&quot;:-5.836118538787702},&quot;rotate&quot;:0},&quot;isLocked&quot;:false,&quot;parent&quot;:{&quot;type&quot;:&quot;CHILD&quot;,&quot;parentId&quot;:&quot;0cf703da-7052-4c10-9309-3fafa41a39aa&quot;,&quot;order&quot;:&quot;2&quot;},&quot;source&quot;:{&quot;id&quot;:&quot;61eefea30e177000a47d3f86&quot;,&quot;type&quot;:&quot;TEMPLATES&quot;},&quot;assetId&quot;:&quot;61eefea30e177000a47d3f86&quot;},&quot;b0791b16-2434-40ed-88dc-02b30c9094b0&quot;:{&quot;type&quot;:&quot;FIGURE_OBJECT&quot;,&quot;id&quot;:&quot;b0791b16-2434-40ed-88dc-02b30c9094b0&quot;,&quot;relativeTransform&quot;:{&quot;translate&quot;:{&quot;x&quot;:-130.38656989848405,&quot;y&quot;:-81.9667316210319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9.29355685559045,&quot;color&quot;:&quot;#232323&quot;,&quot;fontWeight&quot;:&quot;bold&quot;,&quot;fontStyle&quot;:&quot;normal&quot;,&quot;decoration&quot;:&quot;none&quot;,&quot;script&quot;:&quot;none&quot;},&quot;range&quot;:[0,16]}],&quot;text&quot;:&quot;Sample collection&quot;,&quot;baseStyle&quot;:{&quot;fontFamily&quot;:&quot;Roboto&quot;,&quot;fontSize&quot;:9.29355685559045,&quot;color&quot;:&quot;#232323&quot;,&quot;fontWeight&quot;:&quot;bold&quot;,&quot;fontStyle&quot;:&quot;normal&quot;,&quot;decoration&quot;:&quot;none&quot;,&quot;script&quot;:&quot;none&quot;}}],&quot;verticalAlign&quot;:&quot;TOP&quot;},&quot;size&quot;:{&quot;x&quot;:74.8732012209365,&quot;y&quot;:10.890886940145062},&quot;targetSize&quot;:{&quot;x&quot;:74.8732012209365,&quot;y&quot;:10.890886940145062},&quot;format&quot;:&quot;BETTER_TEXT&quot;,&quot;verticalAlign&quot;:&quot;TOP&quot;},&quot;isLocked&quot;:false,&quot;parent&quot;:{&quot;type&quot;:&quot;CHILD&quot;,&quot;parentId&quot;:&quot;340d6fd7-2797-49c7-86a2-b62aa3a4508a&quot;,&quot;order&quot;:&quot;31&quot;}},&quot;82bbffa7-6eb6-4299-a791-c43d20d1af5e&quot;:{&quot;type&quot;:&quot;FIGURE_OBJECT&quot;,&quot;id&quot;:&quot;82bbffa7-6eb6-4299-a791-c43d20d1af5e&quot;,&quot;relativeTransform&quot;:{&quot;translate&quot;:{&quot;x&quot;:-178.9566095301234,&quot;y&quot;:-81.96673162103193},&quot;rotate&quot;:0},&quot;layout&quot;:{&quot;sizeRatio&quot;:{&quot;x&quot;:0.88,&quot;y&quot;:0.88},&quot;keepAspectRatio&quot;:true},&quot;opacity&quot;:1,&quot;path&quot;:{&quot;type&quot;:&quot;ELLIPSE&quot;,&quot;size&quot;:{&quot;x&quot;:13.107337648331365,&quot;y&quot;:13.107337648331365}},&quot;pathStyles&quot;:[{&quot;type&quot;:&quot;FILL&quot;,&quot;fillStyle&quot;:&quot;rgba(255,255,255,1)&quot;},{&quot;type&quot;:&quot;STROKE&quot;,&quot;strokeStyle&quot;:&quot;rgba(23,23,23,1)&quot;,&quot;lineWidth&quot;:0.5875156807236549,&quot;lineJoin&quot;:&quot;round&quot;}],&quot;isLocked&quot;:false,&quot;parent&quot;:{&quot;type&quot;:&quot;CHILD&quot;,&quot;parentId&quot;:&quot;340d6fd7-2797-49c7-86a2-b62aa3a4508a&quot;,&quot;order&quot;:&quot;46&quot;}},&quot;063c002b-9680-4ce0-810a-641ef88c8209&quot;:{&quot;type&quot;:&quot;FIGURE_OBJECT&quot;,&quot;id&quot;:&quot;063c002b-9680-4ce0-810a-641ef88c8209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29355685559045,&quot;color&quot;:&quot;rgb(0,0,0)&quot;,&quot;fontWeight&quot;:&quot;bold&quot;,&quot;fontStyle&quot;:&quot;normal&quot;,&quot;decoration&quot;:&quot;none&quot;,&quot;script&quot;:&quot;none&quot;},&quot;range&quot;:[0,0]}],&quot;text&quot;:&quot;1&quot;,&quot;baseStyle&quot;:{&quot;fontFamily&quot;:&quot;Roboto&quot;,&quot;fontSize&quot;:9.29355685559045,&quot;color&quot;:&quot;rgb(0,0,0)&quot;,&quot;fontWeight&quot;:&quot;bold&quot;,&quot;fontStyle&quot;:&quot;normal&quot;,&quot;decoration&quot;:&quot;none&quot;,&quot;script&quot;:&quot;none&quot;}}],&quot;verticalAlign&quot;:&quot;TOP&quot;},&quot;size&quot;:{&quot;x&quot;:11.534457130531603,&quot;y&quot;:10.890886940145062},&quot;targetSize&quot;:{&quot;x&quot;:11.534457130531603,&quot;y&quot;:2},&quot;format&quot;:&quot;BETTER_TEXT&quot;,&quot;verticalAlign&quot;:&quot;TOP&quot;},&quot;parent&quot;:{&quot;type&quot;:&quot;CHILD&quot;,&quot;parentId&quot;:&quot;82bbffa7-6eb6-4299-a791-c43d20d1af5e&quot;,&quot;order&quot;:&quot;5&quot;}},&quot;e3476183-96ee-46f7-b606-aeea81dcc94e&quot;:{&quot;type&quot;:&quot;FIGURE_OBJECT&quot;,&quot;id&quot;:&quot;e3476183-96ee-46f7-b606-aeea81dcc94e&quot;,&quot;relativeTransform&quot;:{&quot;translate&quot;:{&quot;x&quot;:-139.21813127033863,&quot;y&quot;:-81.96673162103193},&quot;rotate&quot;:0},&quot;opacity&quot;:1,&quot;path&quot;:{&quot;type&quot;:&quot;RECT&quot;,&quot;size&quot;:{&quot;x&quot;:139.13830332135305,&quot;y&quot;:34.45267697774352},&quot;cornerRounding&quot;:{&quot;type&quot;:&quot;ARC_LENGTH&quot;,&quot;global&quot;:0}},&quot;pathStyles&quot;:[{&quot;type&quot;:&quot;FILL&quot;,&quot;fillStyle&quot;:&quot;rgb(255, 230, 230)&quot;},{&quot;type&quot;:&quot;STROKE&quot;,&quot;strokeStyle&quot;:&quot;rgba(0,0,0,0)&quot;,&quot;lineWidth&quot;:0,&quot;lineJoin&quot;:&quot;round&quot;}],&quot;isLocked&quot;:false,&quot;parent&quot;:{&quot;type&quot;:&quot;CHILD&quot;,&quot;parentId&quot;:&quot;340d6fd7-2797-49c7-86a2-b62aa3a4508a&quot;,&quot;order&quot;:&quot;005&quot;}},&quot;031a9828-d814-400e-ae08-de326784adb8&quot;:{&quot;type&quot;:&quot;FIGURE_OBJECT&quot;,&quot;id&quot;:&quot;031a9828-d814-400e-ae08-de326784adb8&quot;,&quot;relativeTransform&quot;:{&quot;translate&quot;:{&quot;x&quot;:0.13813796621692284,&quot;y&quot;:-81.96673162103193},&quot;rotate&quot;:0},&quot;opacity&quot;:1,&quot;path&quot;:{&quot;type&quot;:&quot;RECT&quot;,&quot;size&quot;:{&quot;x&quot;:139.73290703911698,&quot;y&quot;:34.45267697774352},&quot;cornerRounding&quot;:{&quot;type&quot;:&quot;ARC_LENGTH&quot;,&quot;global&quot;:0}},&quot;pathStyles&quot;:[{&quot;type&quot;:&quot;FILL&quot;,&quot;fillStyle&quot;:&quot;rgba(225,242,239,1)&quot;},{&quot;type&quot;:&quot;STROKE&quot;,&quot;strokeStyle&quot;:&quot;rgba(0,0,0,0)&quot;,&quot;lineWidth&quot;:0,&quot;lineJoin&quot;:&quot;round&quot;}],&quot;isLocked&quot;:false,&quot;parent&quot;:{&quot;type&quot;:&quot;CHILD&quot;,&quot;parentId&quot;:&quot;340d6fd7-2797-49c7-86a2-b62aa3a4508a&quot;,&quot;order&quot;:&quot;005&quot;}},&quot;3080bb03-96fd-454b-a4e9-b27740c4ecc6&quot;:{&quot;type&quot;:&quot;FIGURE_OBJECT&quot;,&quot;id&quot;:&quot;3080bb03-96fd-454b-a4e9-b27740c4ecc6&quot;,&quot;relativeTransform&quot;:{&quot;translate&quot;:{&quot;x&quot;:139.16915932526075,&quot;y&quot;:-81.96673162103193},&quot;rotate&quot;:0},&quot;opacity&quot;:1,&quot;path&quot;:{&quot;type&quot;:&quot;RECT&quot;,&quot;size&quot;:{&quot;x&quot;:138.64319561293007,&quot;y&quot;:34.45267697774352},&quot;cornerRounding&quot;:{&quot;type&quot;:&quot;ARC_LENGTH&quot;,&quot;global&quot;:0}},&quot;pathStyles&quot;:[{&quot;type&quot;:&quot;FILL&quot;,&quot;fillStyle&quot;:&quot;rgb(237, 224, 251)&quot;},{&quot;type&quot;:&quot;STROKE&quot;,&quot;strokeStyle&quot;:&quot;rgba(214, 193, 232, 1)&quot;,&quot;lineWidth&quot;:0,&quot;lineJoin&quot;:&quot;round&quot;}],&quot;isLocked&quot;:false,&quot;parent&quot;:{&quot;type&quot;:&quot;CHILD&quot;,&quot;parentId&quot;:&quot;340d6fd7-2797-49c7-86a2-b62aa3a4508a&quot;,&quot;order&quot;:&quot;01&quot;}},&quot;8e087fac-463e-4847-aa13-6da12071a36b&quot;:{&quot;type&quot;:&quot;FIGURE_OBJECT&quot;,&quot;id&quot;:&quot;8e087fac-463e-4847-aa13-6da12071a36b&quot;,&quot;relativeTransform&quot;:{&quot;translate&quot;:{&quot;x&quot;:8.84335827016146,&quot;y&quot;:-81.9667316210319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9.29355685559045,&quot;color&quot;:&quot;#232323&quot;,&quot;fontWeight&quot;:&quot;bold&quot;,&quot;fontStyle&quot;:&quot;normal&quot;,&quot;decoration&quot;:&quot;none&quot;,&quot;script&quot;:&quot;none&quot;},&quot;range&quot;:[0,7]}],&quot;text&quot;:&quot;LC-MS/MS&quot;,&quot;baseStyle&quot;:{&quot;fontFamily&quot;:&quot;Roboto&quot;,&quot;fontSize&quot;:9.29355685559045,&quot;color&quot;:&quot;#232323&quot;,&quot;fontWeight&quot;:&quot;bold&quot;,&quot;fontStyle&quot;:&quot;normal&quot;,&quot;decoration&quot;:&quot;none&quot;,&quot;script&quot;:&quot;none&quot;}}],&quot;verticalAlign&quot;:&quot;TOP&quot;},&quot;size&quot;:{&quot;x&quot;:45.75283721110092,&quot;y&quot;:10.890886940145062},&quot;targetSize&quot;:{&quot;x&quot;:45.75283721110092,&quot;y&quot;:10.890886940145062},&quot;format&quot;:&quot;BETTER_TEXT&quot;,&quot;verticalAlign&quot;:&quot;TOP&quot;},&quot;isLocked&quot;:false,&quot;parent&quot;:{&quot;type&quot;:&quot;CHILD&quot;,&quot;parentId&quot;:&quot;340d6fd7-2797-49c7-86a2-b62aa3a4508a&quot;,&quot;order&quot;:&quot;5&quot;}},&quot;5e2af07e-6745-44c6-ad5c-0050c5a23b10&quot;:{&quot;type&quot;:&quot;FIGURE_OBJECT&quot;,&quot;id&quot;:&quot;5e2af07e-6745-44c6-ad5c-0050c5a23b10&quot;,&quot;relativeTransform&quot;:{&quot;translate&quot;:{&quot;x&quot;:-25.166499356560113,&quot;y&quot;:-81.96673162103193},&quot;rotate&quot;:0},&quot;layout&quot;:{&quot;sizeRatio&quot;:{&quot;x&quot;:0.88,&quot;y&quot;:0.88},&quot;keepAspectRatio&quot;:true},&quot;opacity&quot;:1,&quot;path&quot;:{&quot;type&quot;:&quot;ELLIPSE&quot;,&quot;size&quot;:{&quot;x&quot;:13.107337648331365,&quot;y&quot;:13.107337648331365}},&quot;pathStyles&quot;:[{&quot;type&quot;:&quot;FILL&quot;,&quot;fillStyle&quot;:&quot;rgba(255,255,255,1)&quot;},{&quot;type&quot;:&quot;STROKE&quot;,&quot;strokeStyle&quot;:&quot;rgba(23,23,23,1)&quot;,&quot;lineWidth&quot;:0.5875156807236549,&quot;lineJoin&quot;:&quot;round&quot;}],&quot;isLocked&quot;:false,&quot;parent&quot;:{&quot;type&quot;:&quot;CHILD&quot;,&quot;parentId&quot;:&quot;340d6fd7-2797-49c7-86a2-b62aa3a4508a&quot;,&quot;order&quot;:&quot;6&quot;}},&quot;8ab858d2-a0ad-441c-a8dc-5854d77dcb71&quot;:{&quot;type&quot;:&quot;FIGURE_OBJECT&quot;,&quot;id&quot;:&quot;8ab858d2-a0ad-441c-a8dc-5854d77dcb7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29355685559045,&quot;color&quot;:&quot;rgb(0,0,0)&quot;,&quot;fontWeight&quot;:&quot;bold&quot;,&quot;fontStyle&quot;:&quot;normal&quot;,&quot;decoration&quot;:&quot;none&quot;,&quot;script&quot;:&quot;none&quot;},&quot;range&quot;:[0,0]}],&quot;text&quot;:&quot;2&quot;,&quot;baseStyle&quot;:{&quot;fontFamily&quot;:&quot;Roboto&quot;,&quot;fontSize&quot;:9.29355685559045,&quot;color&quot;:&quot;rgb(0,0,0)&quot;,&quot;fontWeight&quot;:&quot;bold&quot;,&quot;fontStyle&quot;:&quot;normal&quot;,&quot;decoration&quot;:&quot;none&quot;,&quot;script&quot;:&quot;none&quot;}}],&quot;verticalAlign&quot;:&quot;TOP&quot;},&quot;size&quot;:{&quot;x&quot;:11.534457130531603,&quot;y&quot;:10.890886940145062},&quot;targetSize&quot;:{&quot;x&quot;:11.534457130531603,&quot;y&quot;:2},&quot;format&quot;:&quot;BETTER_TEXT&quot;,&quot;verticalAlign&quot;:&quot;TOP&quot;},&quot;parent&quot;:{&quot;type&quot;:&quot;CHILD&quot;,&quot;parentId&quot;:&quot;5e2af07e-6745-44c6-ad5c-0050c5a23b10&quot;,&quot;order&quot;:&quot;5&quot;}},&quot;bf7f7a01-6468-42ac-82d2-d29967f2e1db&quot;:{&quot;type&quot;:&quot;FIGURE_OBJECT&quot;,&quot;id&quot;:&quot;bf7f7a01-6468-42ac-82d2-d29967f2e1db&quot;,&quot;relativeTransform&quot;:{&quot;translate&quot;:{&quot;x&quot;:147.93301453163346,&quot;y&quot;:-81.96673162103193},&quot;rotate&quot;:0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9.29355685559045,&quot;color&quot;:&quot;#232323&quot;,&quot;fontWeight&quot;:&quot;bold&quot;,&quot;fontStyle&quot;:&quot;normal&quot;,&quot;decoration&quot;:&quot;none&quot;,&quot;script&quot;:&quot;none&quot;},&quot;range&quot;:[0,12]}],&quot;text&quot;:&quot;Data analysis&quot;,&quot;baseStyle&quot;:{&quot;fontFamily&quot;:&quot;Roboto&quot;,&quot;fontSize&quot;:9.29355685559045,&quot;color&quot;:&quot;#232323&quot;,&quot;fontWeight&quot;:&quot;bold&quot;,&quot;fontStyle&quot;:&quot;normal&quot;,&quot;decoration&quot;:&quot;none&quot;,&quot;script&quot;:&quot;none&quot;}}],&quot;verticalAlign&quot;:&quot;TOP&quot;},&quot;size&quot;:{&quot;x&quot;:58.41386504146419,&quot;y&quot;:10.890886940145062},&quot;targetSize&quot;:{&quot;x&quot;:58.41386504146419,&quot;y&quot;:10.890886940145062},&quot;format&quot;:&quot;BETTER_TEXT&quot;,&quot;verticalAlign&quot;:&quot;TOP&quot;},&quot;isLocked&quot;:false,&quot;parent&quot;:{&quot;type&quot;:&quot;CHILD&quot;,&quot;parentId&quot;:&quot;340d6fd7-2797-49c7-86a2-b62aa3a4508a&quot;,&quot;order&quot;:&quot;992&quot;}},&quot;576ad0ca-1046-4cda-b9dd-74fa952fa10d&quot;:{&quot;type&quot;:&quot;FIGURE_OBJECT&quot;,&quot;id&quot;:&quot;576ad0ca-1046-4cda-b9dd-74fa952fa10d&quot;,&quot;relativeTransform&quot;:{&quot;translate&quot;:{&quot;x&quot;:107.59264298973027,&quot;y&quot;:-81.96673162103193},&quot;rotate&quot;:0},&quot;layout&quot;:{&quot;sizeRatio&quot;:{&quot;x&quot;:0.88,&quot;y&quot;:0.88},&quot;keepAspectRatio&quot;:true},&quot;opacity&quot;:1,&quot;path&quot;:{&quot;type&quot;:&quot;ELLIPSE&quot;,&quot;size&quot;:{&quot;x&quot;:13.107337648331365,&quot;y&quot;:13.107337648331365}},&quot;pathStyles&quot;:[{&quot;type&quot;:&quot;FILL&quot;,&quot;fillStyle&quot;:&quot;rgba(255,255,255,1)&quot;},{&quot;type&quot;:&quot;STROKE&quot;,&quot;strokeStyle&quot;:&quot;rgba(23,23,23,1)&quot;,&quot;lineWidth&quot;:0.5875156807236549,&quot;lineJoin&quot;:&quot;round&quot;}],&quot;isLocked&quot;:false,&quot;parent&quot;:{&quot;type&quot;:&quot;CHILD&quot;,&quot;parentId&quot;:&quot;340d6fd7-2797-49c7-86a2-b62aa3a4508a&quot;,&quot;order&quot;:&quot;995&quot;}},&quot;55105add-7bd4-4eac-b96f-1be481327632&quot;:{&quot;type&quot;:&quot;FIGURE_OBJECT&quot;,&quot;id&quot;:&quot;55105add-7bd4-4eac-b96f-1be48132763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9.29355685559045,&quot;color&quot;:&quot;rgb(0,0,0)&quot;,&quot;fontWeight&quot;:&quot;bold&quot;,&quot;fontStyle&quot;:&quot;normal&quot;,&quot;decoration&quot;:&quot;none&quot;,&quot;script&quot;:&quot;none&quot;},&quot;range&quot;:[0,0]}],&quot;text&quot;:&quot;3&quot;,&quot;baseStyle&quot;:{&quot;fontFamily&quot;:&quot;Roboto&quot;,&quot;fontSize&quot;:9.29355685559045,&quot;color&quot;:&quot;rgb(0,0,0)&quot;,&quot;fontWeight&quot;:&quot;bold&quot;,&quot;fontStyle&quot;:&quot;normal&quot;,&quot;decoration&quot;:&quot;none&quot;,&quot;script&quot;:&quot;none&quot;}}],&quot;verticalAlign&quot;:&quot;TOP&quot;},&quot;size&quot;:{&quot;x&quot;:11.534457130531603,&quot;y&quot;:10.890886940145062},&quot;targetSize&quot;:{&quot;x&quot;:11.534457130531603,&quot;y&quot;:2},&quot;format&quot;:&quot;BETTER_TEXT&quot;,&quot;verticalAlign&quot;:&quot;TOP&quot;},&quot;parent&quot;:{&quot;type&quot;:&quot;CHILD&quot;,&quot;parentId&quot;:&quot;576ad0ca-1046-4cda-b9dd-74fa952fa10d&quot;,&quot;order&quot;:&quot;5&quot;}},&quot;2469101d-0449-4ee5-b9ff-e79fb329ed3d&quot;:{&quot;type&quot;:&quot;FIGURE_OBJECT&quot;,&quot;id&quot;:&quot;2469101d-0449-4ee5-b9ff-e79fb329ed3d&quot;,&quot;name&quot;:&quot;Mass spectrometer orbitrap fusion tribrid&quot;,&quot;relativeTransform&quot;:{&quot;translate&quot;:{&quot;x&quot;:-0.06995839874806477,&quot;y&quot;:98.40355065557308},&quot;rotate&quot;:0,&quot;skewX&quot;:0,&quot;scale&quot;:{&quot;x&quot;:0.15232406247569738,&quot;y&quot;:0.1523240624756974}},&quot;opacity&quot;:1,&quot;image&quot;:{&quot;url&quot;:&quot;https://icons.biorender.com/biorender/5d5b05b2fb0c9700047f8817/20190819204117/image/mass_spectrometer_orbitrap_fusion_tribrid.png&quot;,&quot;fallbackUrl&quot;:&quot;https://res.cloudinary.com/dlcjuc3ej/image/upload/v1566247277/mreg4vqne2olx5kfdkvi.svg#/keystone/api/icons/5d5b05b2fb0c9700047f8817/20190819204117/image/mass_spectrometer_orbitrap_fusion_tribrid.svg&quot;,&quot;size&quot;:{&quot;x&quot;:371,&quot;y&quot;:261},&quot;isPremium&quot;:false,&quot;isPacked&quot;:true},&quot;source&quot;:{&quot;id&quot;:&quot;5d5b05b2fb0c9700047f8817&quot;,&quot;type&quot;:&quot;ASSETS&quot;},&quot;pathStyles&quot;:[{&quot;type&quot;:&quot;FILL&quot;,&quot;fillStyle&quot;:&quot;rgb(0,0,0)&quot;}],&quot;isLocked&quot;:false,&quot;parent&quot;:{&quot;type&quot;:&quot;CHILD&quot;,&quot;parentId&quot;:&quot;340d6fd7-2797-49c7-86a2-b62aa3a4508a&quot;,&quot;order&quot;:&quot;9952&quot;}},&quot;8d4c4c52-fef9-4d1b-9ff7-65eb291995cf&quot;:{&quot;type&quot;:&quot;FIGURE_OBJECT&quot;,&quot;id&quot;:&quot;8d4c4c52-fef9-4d1b-9ff7-65eb291995cf&quot;,&quot;name&quot;:&quot;HPLC (1290 Infinity II)&quot;,&quot;relativeTransform&quot;:{&quot;translate&quot;:{&quot;x&quot;:-41.39562755709813,&quot;y&quot;:92.46287599598688},&quot;rotate&quot;:6.283185307179586,&quot;skewX&quot;:1.1613176806926661e-31,&quot;scale&quot;:{&quot;x&quot;:-0.16289386017214313,&quot;y&quot;:0.16289386017214316}},&quot;opacity&quot;:1,&quot;image&quot;:{&quot;url&quot;:&quot;https://icons.biorender.com/biorender/5d51756e7164530004924320/20190812143208/image/hplc-1290-infinity-ii.png&quot;,&quot;fallbackUrl&quot;:&quot;https://res.cloudinary.com/dlcjuc3ej/image/upload/v1565620328/foh8mkja83r8aoikhytf.svg#/keystone/api/icons/5d51756e7164530004924320/20190812143208/image/hplc-1290-infinity-ii.svg&quot;,&quot;size&quot;:{&quot;x&quot;:161,&quot;y&quot;:319},&quot;isPremium&quot;:false,&quot;isPacked&quot;:true},&quot;source&quot;:{&quot;id&quot;:&quot;5d51756e7164530004924320&quot;,&quot;type&quot;:&quot;ASSETS&quot;},&quot;pathStyles&quot;:[{&quot;type&quot;:&quot;FILL&quot;,&quot;fillStyle&quot;:&quot;rgb(0,0,0)&quot;}],&quot;isLocked&quot;:false,&quot;parent&quot;:{&quot;type&quot;:&quot;CHILD&quot;,&quot;parentId&quot;:&quot;340d6fd7-2797-49c7-86a2-b62aa3a4508a&quot;,&quot;order&quot;:&quot;996&quot;}},&quot;6a0daefc-6979-40e9-9cbc-cf1edbce3e64&quot;:{&quot;id&quot;:&quot;6a0daefc-6979-40e9-9cbc-cf1edbce3e64&quot;,&quot;type&quot;:&quot;FIGURE_OBJECT&quot;,&quot;relativeTransform&quot;:{&quot;translate&quot;:{&quot;x&quot;:-0.0001956525069407951,&quot;y&quot;:-122.07083527024129},&quot;rotate&quot;:-2.4492935982947064e-16},&quot;text&quot;:{&quot;textData&quot;:{&quot;lineSpacing&quot;:&quot;normal&quot;,&quot;alignment&quot;:&quot;center&quot;,&quot;lines&quot;:[{&quot;runs&quot;:[{&quot;style&quot;:{&quot;fontFamily&quot;:&quot;Roboto&quot;,&quot;fontSize&quot;:15.102029890334483,&quot;color&quot;:&quot;black&quot;,&quot;fontWeight&quot;:&quot;bold&quot;,&quot;fontStyle&quot;:&quot;normal&quot;,&quot;decoration&quot;:&quot;none&quot;,&quot;script&quot;:&quot;none&quot;},&quot;range&quot;:[0,20]}],&quot;text&quot;:&quot;Snapshot Metabolomics&quot;,&quot;baseStyle&quot;:{&quot;fontFamily&quot;:&quot;Roboto&quot;,&quot;fontSize&quot;:15.102029890334483,&quot;color&quot;:&quot;black&quot;,&quot;fontWeight&quot;:&quot;bold&quot;,&quot;fontStyle&quot;:&quot;normal&quot;,&quot;decoration&quot;:&quot;none&quot;,&quot;script&quot;:&quot;none&quot;}}],&quot;verticalAlign&quot;:&quot;TOP&quot;},&quot;format&quot;:&quot;BETTER_TEXT&quot;,&quot;size&quot;:{&quot;x&quot;:173.5709971358271,&quot;y&quot;:18.296690059443698},&quot;targetSize&quot;:{&quot;x&quot;:173.5709971358271,&quot;y&quot;:18.296690059443698},&quot;verticalAlign&quot;:&quot;TOP&quot;},&quot;parent&quot;:{&quot;type&quot;:&quot;CHILD&quot;,&quot;parentId&quot;:&quot;340d6fd7-2797-49c7-86a2-b62aa3a4508a&quot;,&quot;order&quot;:&quot;99999997&quot;}},&quot;82491688-611c-4da7-80a0-e8137dc552e1&quot;:{&quot;type&quot;:&quot;FIGURE_OBJECT&quot;,&quot;id&quot;:&quot;82491688-611c-4da7-80a0-e8137dc552e1&quot;,&quot;relativeTransform&quot;:{&quot;translate&quot;:{&quot;x&quot;:-69.29270505373293,&quot;y&quot;:37.98305620248533},&quot;rotate&quot;:0},&quot;opacity&quot;:1,&quot;path&quot;:{&quot;type&quot;:&quot;POLY_LINE&quot;,&quot;points&quot;:[{&quot;x&quot;:0,&quot;y&quot;:-90.87453069702732},{&quot;x&quot;:0,&quot;y&quot;:90.87453069702732}],&quot;closed&quot;:false},&quot;pathStyles&quot;:[{&quot;type&quot;:&quot;FILL&quot;,&quot;fillStyle&quot;:&quot;rgba(0,0,0,0)&quot;},{&quot;type&quot;:&quot;STROKE&quot;,&quot;strokeStyle&quot;:&quot;rgba(234,234,234,1)&quot;,&quot;lineWidth&quot;:0.8712709552116049,&quot;lineJoin&quot;:&quot;round&quot;,&quot;dashArray&quot;:[6]}],&quot;isLocked&quot;:false,&quot;parent&quot;:{&quot;type&quot;:&quot;CHILD&quot;,&quot;parentId&quot;:&quot;340d6fd7-2797-49c7-86a2-b62aa3a4508a&quot;,&quot;order&quot;:&quot;99999998&quot;},&quot;connectorInfo&quot;:{&quot;connectedObjects&quot;:[],&quot;type&quot;:&quot;LINE&quot;,&quot;offset&quot;:{&quot;x&quot;:0,&quot;y&quot;:0},&quot;bending&quot;:0.1,&quot;firstElementIsHead&quot;:true,&quot;customized&quot;:false}},&quot;b866d3b5-3ad0-40cf-9c46-d5f77bbc9027&quot;:{&quot;type&quot;:&quot;FIGURE_OBJECT&quot;,&quot;id&quot;:&quot;b866d3b5-3ad0-40cf-9c46-d5f77bbc9027&quot;,&quot;relativeTransform&quot;:{&quot;translate&quot;:{&quot;x&quot;:69.41189863407094,&quot;y&quot;:37.983138961937144},&quot;rotate&quot;:0},&quot;opacity&quot;:1,&quot;path&quot;:{&quot;type&quot;:&quot;POLY_LINE&quot;,&quot;points&quot;:[{&quot;x&quot;:0,&quot;y&quot;:-90.87453069702732},{&quot;x&quot;:0,&quot;y&quot;:90.87453069702732}],&quot;closed&quot;:false},&quot;pathStyles&quot;:[{&quot;type&quot;:&quot;FILL&quot;,&quot;fillStyle&quot;:&quot;rgba(0,0,0,0)&quot;},{&quot;type&quot;:&quot;STROKE&quot;,&quot;strokeStyle&quot;:&quot;rgba(234,234,234,1)&quot;,&quot;lineWidth&quot;:0.8712709552116049,&quot;lineJoin&quot;:&quot;round&quot;,&quot;dashArray&quot;:[6]}],&quot;isLocked&quot;:false,&quot;parent&quot;:{&quot;type&quot;:&quot;CHILD&quot;,&quot;parentId&quot;:&quot;340d6fd7-2797-49c7-86a2-b62aa3a4508a&quot;,&quot;order&quot;:&quot;99999999&quot;},&quot;connectorInfo&quot;:{&quot;connectedObjects&quot;:[],&quot;type&quot;:&quot;LINE&quot;,&quot;offset&quot;:{&quot;x&quot;:0,&quot;y&quot;:0},&quot;bending&quot;:0.1,&quot;firstElementIsHead&quot;:true,&quot;customized&quot;:false}},&quot;c4d791ef-86c4-42dd-8f8e-e4024d88ba0c&quot;:{&quot;id&quot;:&quot;c4d791ef-86c4-42dd-8f8e-e4024d88ba0c&quot;,&quot;type&quot;:&quot;FIGURE_OBJECT&quot;,&quot;relativeTransform&quot;:{&quot;translate&quot;:{&quot;x&quot;:138.94265865692424,&quot;y&quot;:-25.558620863692457},&quot;rotate&quot;:0},&quot;text&quot;:{&quot;textData&quot;:{&quot;lineSpacing&quot;:&quot;normal&quot;,&quot;alignment&quot;:&quot;center&quot;,&quot;lines&quot;:[{&quot;runs&quot;:[{&quot;style&quot;:{&quot;fontFamily&quot;:&quot;Roboto&quot;,&quot;fontSize&quot;:8.131862248641646,&quot;color&quot;:&quot;black&quot;,&quot;fontWeight&quot;:&quot;normal&quot;,&quot;fontStyle&quot;:&quot;normal&quot;,&quot;decoration&quot;:&quot;none&quot;,&quot;script&quot;:&quot;none&quot;},&quot;range&quot;:[0,83]}],&quot;text&quot;:&quot;~230 metabolites in central carbon metabolism representing major metabolic pathways &quot;,&quot;baseStyle&quot;:{&quot;fontFamily&quot;:&quot;Roboto&quot;,&quot;fontSize&quot;:8.13186224864164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97.37986083915655,&quot;y&quot;:46.77563334879369},&quot;targetSize&quot;:{&quot;x&quot;:97.37986083915655,&quot;y&quot;:46.77563334879369},&quot;verticalAlign&quot;:&quot;TOP&quot;},&quot;parent&quot;:{&quot;type&quot;:&quot;CHILD&quot;,&quot;parentId&quot;:&quot;340d6fd7-2797-49c7-86a2-b62aa3a4508a&quot;,&quot;order&quot;:&quot;999999995&quot;}},&quot;3bbb0e6a-a9d0-43c3-a63c-8943daefbd06&quot;:{&quot;id&quot;:&quot;3bbb0e6a-a9d0-43c3-a63c-8943daefbd06&quot;,&quot;type&quot;:&quot;FIGURE_OBJECT&quot;,&quot;relativeTransform&quot;:{&quot;translate&quot;:{&quot;x&quot;:10.450486134594257,&quot;y&quot;:-30.93306524652795},&quot;rotate&quot;:0},&quot;text&quot;:{&quot;textData&quot;:{&quot;lineSpacing&quot;:&quot;normal&quot;,&quot;alignment&quot;:&quot;right&quot;,&quot;lines&quot;:[{&quot;runs&quot;:[{&quot;style&quot;:{&quot;fontFamily&quot;:&quot;Roboto&quot;,&quot;fontSize&quot;:8.131862248641646,&quot;color&quot;:&quot;black&quot;,&quot;fontWeight&quot;:&quot;normal&quot;,&quot;fontStyle&quot;:&quot;normal&quot;,&quot;decoration&quot;:&quot;none&quot;,&quot;script&quot;:&quot;none&quot;},&quot;range&quot;:[0,5]}],&quot;text&quot;:&quot;Sample&quot;,&quot;baseStyle&quot;:{&quot;fontFamily&quot;:&quot;Roboto&quot;,&quot;fontSize&quot;:8.131862248641646,&quot;color&quot;:&quot;black&quot;,&quot;fontWeight&quot;:&quot;normal&quot;,&quot;fontStyle&quot;:&quot;normal&quot;,&quot;decoration&quot;:&quot;none&quot;,&quot;script&quot;:&quot;none&quot;}}],&quot;verticalAlign&quot;:&quot;TOP&quot;},&quot;format&quot;:&quot;BETTER_TEXT&quot;,&quot;size&quot;:{&quot;x&quot;:27.218708844940664,&quot;y&quot;:10.019615984933457},&quot;targetSize&quot;:{&quot;x&quot;:27.218708844940664,&quot;y&quot;:10.019615984933457},&quot;verticalAlign&quot;:&quot;TOP&quot;},&quot;parent&quot;:{&quot;type&quot;:&quot;CHILD&quot;,&quot;parentId&quot;:&quot;340d6fd7-2797-49c7-86a2-b62aa3a4508a&quot;,&quot;order&quot;:&quot;999999998&quot;}},&quot;9e55155d-4cba-4053-85b5-0479210a0ffe&quot;:{&quot;type&quot;:&quot;FIGURE_OBJECT&quot;,&quot;id&quot;:&quot;9e55155d-4cba-4053-85b5-0479210a0ffe&quot;,&quot;relativeTransform&quot;:{&quot;translate&quot;:{&quot;x&quot;:0,&quot;y&quot;:-6.994803554005956},&quot;rotate&quot;:0},&quot;opacity&quot;:1,&quot;path&quot;:{&quot;type&quot;:&quot;POLY_LINE&quot;,&quot;points&quot;:[{&quot;x&quot;:-22.738603394168777,&quot;y&quot;:-22.43309516425953},{&quot;x&quot;:-38.90304400537898,&quot;y&quot;:-22.43309516425953},{&quot;x&quot;:-38.90304400537898,&quot;y&quot;:70.75333462151241}],&quot;closed&quot;:false,&quot;cornerRounding&quot;:{&quot;type&quot;:&quot;ARC_LENGTH&quot;,&quot;global&quot;:6.842946080447349}},&quot;pathStyles&quot;:[{&quot;type&quot;:&quot;FILL&quot;,&quot;fillStyle&quot;:&quot;rgba(0,0,0,0)&quot;},{&quot;type&quot;:&quot;STROKE&quot;,&quot;strokeStyle&quot;:&quot;#232323&quot;,&quot;lineWidth&quot;:0.6534532164087038,&quot;lineJoin&quot;:&quot;round&quot;}],&quot;pathMarkers&quot;:{&quot;markerEnd&quot;:{&quot;type&quot;:&quot;PATH&quot;,&quot;units&quot;:{&quot;type&quot;:&quot;STROKE_WIDTH&quot;,&quot;scale&quot;:1.4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40d6fd7-2797-49c7-86a2-b62aa3a4508a&quot;,&quot;order&quot;:&quot;999999999&quot;},&quot;connectorInfo&quot;:{&quot;connectedObjects&quot;:[],&quot;type&quot;:&quot;ELBOW&quot;,&quot;offset&quot;:{&quot;x&quot;:0,&quot;y&quot;:0},&quot;bending&quot;:-0.1,&quot;firstElementIsHead&quot;:false,&quot;customized&quot;:false}},&quot;cc4fd439-ec72-4598-9791-bef4fca9c6b0&quot;:{&quot;type&quot;:&quot;FIGURE_OBJECT&quot;,&quot;id&quot;:&quot;cc4fd439-ec72-4598-9791-bef4fca9c6b0&quot;,&quot;relativeTransform&quot;:{&quot;translate&quot;:{&quot;x&quot;:147.692033936311,&quot;y&quot;:79.88844717938315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40d6fd7-2797-49c7-86a2-b62aa3a4508a&quot;,&quot;order&quot;:&quot;9999999995&quot;}},&quot;c09c3c65-bc4d-4b1b-917f-8076646664d8&quot;:{&quot;type&quot;:&quot;FIGURE_OBJECT&quot;,&quot;id&quot;:&quot;c09c3c65-bc4d-4b1b-917f-8076646664d8&quot;,&quot;relativeTransform&quot;:{&quot;translate&quot;:{&quot;x&quot;:-25.766654105327465,&quot;y&quot;:8.716822797384893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01&quot;}},&quot;79994f46-927f-4fb5-a15e-53a0d05e40e5&quot;:{&quot;type&quot;:&quot;FIGURE_OBJECT&quot;,&quot;id&quot;:&quot;79994f46-927f-4fb5-a15e-53a0d05e40e5&quot;,&quot;relativeTransform&quot;:{&quot;translate&quot;:{&quot;x&quot;:-25.766654105327465,&quot;y&quot;:20.53686050903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52, 152, 20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02&quot;}},&quot;465df928-44d7-4cba-b243-a4988f4e504e&quot;:{&quot;type&quot;:&quot;FIGURE_OBJECT&quot;,&quot;id&quot;:&quot;465df928-44d7-4cba-b243-a4988f4e504e&quot;,&quot;relativeTransform&quot;:{&quot;translate&quot;:{&quot;x&quot;:-25.766654105327465,&quot;y&quot;:32.29118321454172},&quot;rotate&quot;:-2.687807048071268e-16,&quot;skewX&quot;:-4.712388980384698e-17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03&quot;}},&quot;fae983dd-f08f-402b-86b9-4cdecb922aae&quot;:{&quot;type&quot;:&quot;FIGURE_OBJECT&quot;,&quot;id&quot;:&quot;fae983dd-f08f-402b-86b9-4cdecb922aae&quot;,&quot;relativeTransform&quot;:{&quot;translate&quot;:{&quot;x&quot;:-25.766654105327465,&quot;y&quot;:-2.971362297446267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112, 112, 158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05&quot;}},&quot;c670ca7c-8194-41ee-af4b-0a98a36b61fa&quot;:{&quot;type&quot;:&quot;FIGURE_OBJECT&quot;,&quot;id&quot;:&quot;c670ca7c-8194-41ee-af4b-0a98a36b61fa&quot;,&quot;relativeTransform&quot;:{&quot;translate&quot;:{&quot;x&quot;:-25.766654105327465,&quot;y&quot;:-14.725283528641915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06&quot;}},&quot;e0ee98ba-6c27-4a51-9d81-b65a49b11167&quot;:{&quot;type&quot;:&quot;FIGURE_OBJECT&quot;,&quot;id&quot;:&quot;e0ee98ba-6c27-4a51-9d81-b65a49b11167&quot;,&quot;relativeTransform&quot;:{&quot;translate&quot;:{&quot;x&quot;:-25.766654105327465,&quot;y&quot;:-26.47916249938344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07&quot;}},&quot;6496c333-30ef-4f44-8fda-2182e8477f6f&quot;:{&quot;type&quot;:&quot;FIGURE_OBJECT&quot;,&quot;id&quot;:&quot;6496c333-30ef-4f44-8fda-2182e8477f6f&quot;,&quot;relativeTransform&quot;:{&quot;translate&quot;:{&quot;x&quot;:-14.892632456604135,&quot;y&quot;:32.2911832145417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52, 152, 20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08&quot;}},&quot;c7e7d410-87ce-464b-b947-1c19ab5c73c4&quot;:{&quot;type&quot;:&quot;FIGURE_OBJECT&quot;,&quot;id&quot;:&quot;c7e7d410-87ce-464b-b947-1c19ab5c73c4&quot;,&quot;relativeTransform&quot;:{&quot;translate&quot;:{&quot;x&quot;:-14.89263245660413,&quot;y&quot;:20.264212418014697},&quot;rotate&quot;:-2.687807048071268e-16,&quot;skewX&quot;:-4.712388980384698e-17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1&quot;}},&quot;c078c094-96a9-4dfd-8ba2-eb29e6109bca&quot;:{&quot;type&quot;:&quot;FIGURE_OBJECT&quot;,&quot;id&quot;:&quot;c078c094-96a9-4dfd-8ba2-eb29e6109bca&quot;,&quot;relativeTransform&quot;:{&quot;translate&quot;:{&quot;x&quot;:-15.09363474377264,&quot;y&quot;:8.516032538635876},&quot;rotate&quot;:-2.687807048071268e-16,&quot;skewX&quot;:-4.712388980384698e-17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79, 80, 140, 1)&quot;},{&quot;type&quot;:&quot;STROKE&quot;,&quot;strokeStyle&quot;:&quot;rgba(0,0,0,0)&quot;,&quot;lineWidth&quot;:0,&quot;lineJoin&quot;:&quot;round&quot;}],&quot;isLocked&quot;:false,&quot;parent&quot;:{&quot;type&quot;:&quot;CHILD&quot;,&quot;parentId&quot;:&quot;cc4fd439-ec72-4598-9791-bef4fca9c6b0&quot;,&quot;order&quot;:&quot;11&quot;}},&quot;ca991b83-8fbf-4a1f-a651-080a6e62563c&quot;:{&quot;type&quot;:&quot;FIGURE_OBJECT&quot;,&quot;id&quot;:&quot;ca991b83-8fbf-4a1f-a651-080a6e62563c&quot;,&quot;relativeTransform&quot;:{&quot;translate&quot;:{&quot;x&quot;:-14.892632456604135,&quot;y&quot;:-2.971362297446267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112, 112, 158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12&quot;}},&quot;fef867a4-b20c-4d31-9247-3a62a4acde03&quot;:{&quot;type&quot;:&quot;FIGURE_OBJECT&quot;,&quot;id&quot;:&quot;fef867a4-b20c-4d31-9247-3a62a4acde03&quot;,&quot;relativeTransform&quot;:{&quot;translate&quot;:{&quot;x&quot;:-14.892632456604135,&quot;y&quot;:-14.725283528641915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112, 112, 158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13&quot;}},&quot;cdb6c678-e715-491b-9858-c19a076760c7&quot;:{&quot;type&quot;:&quot;FIGURE_OBJECT&quot;,&quot;id&quot;:&quot;cdb6c678-e715-491b-9858-c19a076760c7&quot;,&quot;relativeTransform&quot;:{&quot;translate&quot;:{&quot;x&quot;:-14.892632456604135,&quot;y&quot;:-26.47916249938344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112, 112, 158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15&quot;}},&quot;919137ba-35c6-4989-934b-f9c1bd80dddb&quot;:{&quot;type&quot;:&quot;FIGURE_OBJECT&quot;,&quot;id&quot;:&quot;919137ba-35c6-4989-934b-f9c1bd80dddb&quot;,&quot;relativeTransform&quot;:{&quot;translate&quot;:{&quot;x&quot;:-4.313596968367324,&quot;y&quot;:8.716822797384893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rgba(0,0,0,0)&quot;,&quot;lineWidth&quot;:0,&quot;lineJoin&quot;:&quot;round&quot;}],&quot;isLocked&quot;:false,&quot;parent&quot;:{&quot;type&quot;:&quot;CHILD&quot;,&quot;parentId&quot;:&quot;cc4fd439-ec72-4598-9791-bef4fca9c6b0&quot;,&quot;order&quot;:&quot;16&quot;}},&quot;13b59135-0ad6-4d6e-99bc-7aeb06446e1e&quot;:{&quot;type&quot;:&quot;FIGURE_OBJECT&quot;,&quot;id&quot;:&quot;13b59135-0ad6-4d6e-99bc-7aeb06446e1e&quot;,&quot;relativeTransform&quot;:{&quot;translate&quot;:{&quot;x&quot;:-4.201850679042062,&quot;y&quot;:20.26419039647803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79, 80, 140, 1)&quot;},{&quot;type&quot;:&quot;STROKE&quot;,&quot;strokeStyle&quot;:&quot;rgba(0,0,0,0)&quot;,&quot;lineWidth&quot;:0,&quot;lineJoin&quot;:&quot;round&quot;}],&quot;isLocked&quot;:false,&quot;parent&quot;:{&quot;type&quot;:&quot;CHILD&quot;,&quot;parentId&quot;:&quot;cc4fd439-ec72-4598-9791-bef4fca9c6b0&quot;,&quot;order&quot;:&quot;17&quot;}},&quot;16e87505-2d70-41c8-bb7c-c86f08ea57e9&quot;:{&quot;type&quot;:&quot;FIGURE_OBJECT&quot;,&quot;id&quot;:&quot;16e87505-2d70-41c8-bb7c-c86f08ea57e9&quot;,&quot;relativeTransform&quot;:{&quot;translate&quot;:{&quot;x&quot;:-4.0182738109778455,&quot;y&quot;:32.29118321454172},&quot;rotate&quot;:-2.687807048071268e-16,&quot;skewX&quot;:-4.712388980384698e-17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79, 80, 140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&quot;}},&quot;60988527-0087-4346-b277-7512b0aed01d&quot;:{&quot;type&quot;:&quot;FIGURE_OBJECT&quot;,&quot;id&quot;:&quot;60988527-0087-4346-b277-7512b0aed01d&quot;,&quot;relativeTransform&quot;:{&quot;translate&quot;:{&quot;x&quot;:-4.018273810977848,&quot;y&quot;:-2.971362297446267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1&quot;}},&quot;04565c09-9161-4dee-bad4-b47b3565c121&quot;:{&quot;type&quot;:&quot;FIGURE_OBJECT&quot;,&quot;id&quot;:&quot;04565c09-9161-4dee-bad4-b47b3565c121&quot;,&quot;relativeTransform&quot;:{&quot;translate&quot;:{&quot;x&quot;:-4.018273810977848,&quot;y&quot;:-14.725283528641915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2&quot;}},&quot;c3117c0d-3f12-4b70-b807-a8a4034eb45e&quot;:{&quot;type&quot;:&quot;FIGURE_OBJECT&quot;,&quot;id&quot;:&quot;c3117c0d-3f12-4b70-b807-a8a4034eb45e&quot;,&quot;relativeTransform&quot;:{&quot;translate&quot;:{&quot;x&quot;:-4.018273810977848,&quot;y&quot;:-26.47916249938344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3&quot;}},&quot;dcc91307-6109-455c-bee1-1a433c800f6a&quot;:{&quot;type&quot;:&quot;FIGURE_OBJECT&quot;,&quot;id&quot;:&quot;dcc91307-6109-455c-bee1-1a433c800f6a&quot;,&quot;relativeTransform&quot;:{&quot;translate&quot;:{&quot;x&quot;:6.661443200255515,&quot;y&quot;:8.716822797384893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5&quot;}},&quot;0361e205-0826-40fa-975f-9f2ac6708c3b&quot;:{&quot;type&quot;:&quot;FIGURE_OBJECT&quot;,&quot;id&quot;:&quot;0361e205-0826-40fa-975f-9f2ac6708c3b&quot;,&quot;relativeTransform&quot;:{&quot;translate&quot;:{&quot;x&quot;:6.661443200255515,&quot;y&quot;:20.53686050903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79, 80, 140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6&quot;}},&quot;dd503322-ebca-47bd-b55c-66aba8901935&quot;:{&quot;type&quot;:&quot;FIGURE_OBJECT&quot;,&quot;id&quot;:&quot;dd503322-ebca-47bd-b55c-66aba8901935&quot;,&quot;relativeTransform&quot;:{&quot;translate&quot;:{&quot;x&quot;:6.661443200255518,&quot;y&quot;:32.29118321454172},&quot;rotate&quot;:-2.687807048071268e-16,&quot;skewX&quot;:-4.712388980384698e-17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7&quot;}},&quot;42162ca0-3c20-42e4-8f3b-9a94d852329a&quot;:{&quot;type&quot;:&quot;FIGURE_OBJECT&quot;,&quot;id&quot;:&quot;42162ca0-3c20-42e4-8f3b-9a94d852329a&quot;,&quot;relativeTransform&quot;:{&quot;translate&quot;:{&quot;x&quot;:6.661443200255515,&quot;y&quot;:-2.971362297446267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28&quot;}},&quot;43b8d543-ceb4-4186-8048-714220a0491e&quot;:{&quot;type&quot;:&quot;FIGURE_OBJECT&quot;,&quot;id&quot;:&quot;43b8d543-ceb4-4186-8048-714220a0491e&quot;,&quot;relativeTransform&quot;:{&quot;translate&quot;:{&quot;x&quot;:6.661443200255515,&quot;y&quot;:-14.725283528641915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112, 112, 158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3&quot;}},&quot;23ebfb0f-4575-428e-8588-1a31f640f89f&quot;:{&quot;type&quot;:&quot;FIGURE_OBJECT&quot;,&quot;id&quot;:&quot;23ebfb0f-4575-428e-8588-1a31f640f89f&quot;,&quot;relativeTransform&quot;:{&quot;translate&quot;:{&quot;x&quot;:6.661443200255515,&quot;y&quot;:-26.47916249938344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52, 152, 20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32&quot;}},&quot;46d93f44-72a9-41ed-aca8-a2a9d95bfdcb&quot;:{&quot;type&quot;:&quot;FIGURE_OBJECT&quot;,&quot;id&quot;:&quot;46d93f44-72a9-41ed-aca8-a2a9d95bfdcb&quot;,&quot;relativeTransform&quot;:{&quot;translate&quot;:{&quot;x&quot;:17.600557096959232,&quot;y&quot;:8.716822797384893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35&quot;}},&quot;1a7a7031-18df-4733-a276-c5701a7d0f9d&quot;:{&quot;type&quot;:&quot;FIGURE_OBJECT&quot;,&quot;id&quot;:&quot;1a7a7031-18df-4733-a276-c5701a7d0f9d&quot;,&quot;relativeTransform&quot;:{&quot;translate&quot;:{&quot;x&quot;:17.600557096959232,&quot;y&quot;:20.53686050903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112, 112, 158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37&quot;}},&quot;de145a87-081f-4e28-840c-8eeca9dd1189&quot;:{&quot;type&quot;:&quot;FIGURE_OBJECT&quot;,&quot;id&quot;:&quot;de145a87-081f-4e28-840c-8eeca9dd1189&quot;,&quot;relativeTransform&quot;:{&quot;translate&quot;:{&quot;x&quot;:17.600557096959236,&quot;y&quot;:32.29118321454172},&quot;rotate&quot;:-2.687807048071268e-16,&quot;skewX&quot;:-4.712388980384698e-17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12, 112, 15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4&quot;}},&quot;165f43a5-3f9a-405d-935a-a2bd04b64853&quot;:{&quot;type&quot;:&quot;FIGURE_OBJECT&quot;,&quot;id&quot;:&quot;165f43a5-3f9a-405d-935a-a2bd04b64853&quot;,&quot;relativeTransform&quot;:{&quot;translate&quot;:{&quot;x&quot;:17.600557096959232,&quot;y&quot;:-2.971362297446267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79, 80, 140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42&quot;}},&quot;ac8a1d65-8b30-4755-9eba-f5b78b96b91a&quot;:{&quot;type&quot;:&quot;FIGURE_OBJECT&quot;,&quot;id&quot;:&quot;ac8a1d65-8b30-4755-9eba-f5b78b96b91a&quot;,&quot;relativeTransform&quot;:{&quot;translate&quot;:{&quot;x&quot;:17.600557096959232,&quot;y&quot;:-14.725283528641915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45&quot;}},&quot;1e6398d5-e33c-4d35-9333-d6c1cd5746dd&quot;:{&quot;type&quot;:&quot;FIGURE_OBJECT&quot;,&quot;id&quot;:&quot;1e6398d5-e33c-4d35-9333-d6c1cd5746dd&quot;,&quot;relativeTransform&quot;:{&quot;translate&quot;:{&quot;x&quot;:17.600557096959232,&quot;y&quot;:-26.47916249938344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79, 80, 140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5&quot;}},&quot;f21e4b1d-3e8e-4dec-8a78-740dc2d813ca&quot;:{&quot;type&quot;:&quot;FIGURE_OBJECT&quot;,&quot;id&quot;:&quot;f21e4b1d-3e8e-4dec-8a78-740dc2d813ca&quot;,&quot;relativeTransform&quot;:{&quot;translate&quot;:{&quot;x&quot;:28.45850658568734,&quot;y&quot;:8.716822797384893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91, 191, 21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51&quot;}},&quot;7df7fc17-d2b1-4343-ba44-4f9e2a5d12a1&quot;:{&quot;type&quot;:&quot;FIGURE_OBJECT&quot;,&quot;id&quot;:&quot;7df7fc17-d2b1-4343-ba44-4f9e2a5d12a1&quot;,&quot;relativeTransform&quot;:{&quot;translate&quot;:{&quot;x&quot;:28.45850658568734,&quot;y&quot;:20.53686050903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a(79, 80, 140, 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52&quot;}},&quot;ab3c7208-98c5-44aa-855e-139cb216f8e3&quot;:{&quot;type&quot;:&quot;FIGURE_OBJECT&quot;,&quot;id&quot;:&quot;ab3c7208-98c5-44aa-855e-139cb216f8e3&quot;,&quot;relativeTransform&quot;:{&quot;translate&quot;:{&quot;x&quot;:28.45850658568734,&quot;y&quot;:32.29118321454172},&quot;rotate&quot;:-2.687807048071268e-16,&quot;skewX&quot;:-4.712388980384698e-17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12, 112, 158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53&quot;}},&quot;18db181c-b818-4fe7-a6d7-b5345631346c&quot;:{&quot;type&quot;:&quot;FIGURE_OBJECT&quot;,&quot;id&quot;:&quot;18db181c-b818-4fe7-a6d7-b5345631346c&quot;,&quot;relativeTransform&quot;:{&quot;translate&quot;:{&quot;x&quot;:28.45850658568734,&quot;y&quot;:-2.9713622974462672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52, 152, 201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55&quot;}},&quot;5bfd5e82-b281-46b1-8904-fb7f2dcae474&quot;:{&quot;type&quot;:&quot;FIGURE_OBJECT&quot;,&quot;id&quot;:&quot;5bfd5e82-b281-46b1-8904-fb7f2dcae474&quot;,&quot;relativeTransform&quot;:{&quot;translate&quot;:{&quot;x&quot;:28.45850658568734,&quot;y&quot;:-14.725283528641915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56&quot;}},&quot;822f0857-6220-4ae2-9a43-9db1cef0278f&quot;:{&quot;type&quot;:&quot;FIGURE_OBJECT&quot;,&quot;id&quot;:&quot;822f0857-6220-4ae2-9a43-9db1cef0278f&quot;,&quot;relativeTransform&quot;:{&quot;translate&quot;:{&quot;x&quot;:28.45850658568734,&quot;y&quot;:-26.47916249938344},&quot;rotate&quot;:0},&quot;opacity&quot;:1,&quot;path&quot;:{&quot;type&quot;:&quot;RECT&quot;,&quot;size&quot;:{&quot;x&quot;:10.982776598023458,&quot;y&quot;:12.051114934314143},&quot;cornerRounding&quot;:{&quot;type&quot;:&quot;ARC_LENGTH&quot;,&quot;global&quot;:0}},&quot;pathStyles&quot;:[{&quot;type&quot;:&quot;FILL&quot;,&quot;fillStyle&quot;:&quot;rgb(120, 120, 172)&quot;},{&quot;type&quot;:&quot;STROKE&quot;,&quot;strokeStyle&quot;:&quot;transparent&quot;,&quot;lineWidth&quot;:0.4018039998789211,&quot;lineJoin&quot;:&quot;round&quot;}],&quot;isLocked&quot;:false,&quot;parent&quot;:{&quot;type&quot;:&quot;CHILD&quot;,&quot;parentId&quot;:&quot;cc4fd439-ec72-4598-9791-bef4fca9c6b0&quot;,&quot;order&quot;:&quot;57&quot;}},&quot;8c38f993-ff3c-4eed-a099-fa6086379087&quot;:{&quot;type&quot;:&quot;FIGURE_OBJECT&quot;,&quot;id&quot;:&quot;8c38f993-ff3c-4eed-a099-fa6086379087&quot;,&quot;relativeTransform&quot;:{&quot;translate&quot;:{&quot;x&quot;:15.010893593718288,&quot;y&quot;:-37.2732431345065},&quot;rotate&quot;:0},&quot;opacity&quot;:1,&quot;path&quot;:{&quot;type&quot;:&quot;POLY_LINE&quot;,&quot;points&quot;:[{&quot;x&quot;:-8.258536236607954,&quot;y&quot;:5.0478595940419195},{&quot;x&quot;:-8.258536236607954,&quot;y&quot;:-5.0478595940419195},{&quot;x&quot;:8.258536236607954,&quot;y&quot;:-5.0478595940419195},{&quot;x&quot;:8.258536236607954,&quot;y&quot;:0.16259762535479894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58&quot;}},&quot;52e18908-58a7-4719-9b1a-cab8bad25d0e&quot;:{&quot;type&quot;:&quot;FIGURE_OBJECT&quot;,&quot;id&quot;:&quot;52e18908-58a7-4719-9b1a-cab8bad25d0e&quot;,&quot;relativeTransform&quot;:{&quot;translate&quot;:{&quot;x&quot;:22.645169591417726,&quot;y&quot;:-34.81864467186392},&quot;rotate&quot;:0},&quot;opacity&quot;:1,&quot;path&quot;:{&quot;type&quot;:&quot;POLY_LINE&quot;,&quot;points&quot;:[{&quot;x&quot;:-5.864877154586843,&quot;y&quot;:2.5689351570008774},{&quot;x&quot;:-5.864877154586843,&quot;y&quot;:-2.5689351570008774},{&quot;x&quot;:5.864877154586843,&quot;y&quot;:-2.5689351570008774},{&quot;x&quot;:5.864877154586843,&quot;y&quot;:2.5689351570008774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6&quot;}},&quot;acae0a37-da2a-4878-8880-9de05c34f0a9&quot;:{&quot;type&quot;:&quot;FIGURE_OBJECT&quot;,&quot;id&quot;:&quot;acae0a37-da2a-4878-8880-9de05c34f0a9&quot;,&quot;relativeTransform&quot;:{&quot;translate&quot;:{&quot;x&quot;:-18.152401340288424,&quot;y&quot;:-37.42100451171224},&quot;rotate&quot;:0},&quot;opacity&quot;:1,&quot;path&quot;:{&quot;type&quot;:&quot;POLY_LINE&quot;,&quot;points&quot;:[{&quot;x&quot;:-8.258536236607954,&quot;y&quot;:5.137987086308966},{&quot;x&quot;:-8.258536236607954,&quot;y&quot;:-5.137987086308966},{&quot;x&quot;:8.258536236607954,&quot;y&quot;:-5.137987086308966},{&quot;x&quot;:8.258536236607954,&quot;y&quot;:-0.7784764887659392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61&quot;}},&quot;5aa73a33-0d61-4d6d-ad57-9573e733f54b&quot;:{&quot;type&quot;:&quot;FIGURE_OBJECT&quot;,&quot;id&quot;:&quot;5aa73a33-0d61-4d6d-ad57-9573e733f54b&quot;,&quot;relativeTransform&quot;:{&quot;translate&quot;:{&quot;x&quot;:-10.281204159563542,&quot;y&quot;:-35.21668199312888},&quot;rotate&quot;:0},&quot;opacity&quot;:1,&quot;path&quot;:{&quot;type&quot;:&quot;POLY_LINE&quot;,&quot;points&quot;:[{&quot;x&quot;:-5.864877154586843,&quot;y&quot;:2.8185528833050433},{&quot;x&quot;:-5.864877154586843,&quot;y&quot;:-2.8185528833050433},{&quot;x&quot;:5.864877154586843,&quot;y&quot;:-2.8185528833050433},{&quot;x&quot;:5.864877154586843,&quot;y&quot;:2.8185528833050433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62&quot;}},&quot;83e003b3-660c-477c-b2b1-61aab01aa3c2&quot;:{&quot;type&quot;:&quot;FIGURE_OBJECT&quot;,&quot;id&quot;:&quot;83e003b3-660c-477c-b2b1-61aab01aa3c2&quot;,&quot;relativeTransform&quot;:{&quot;translate&quot;:{&quot;x&quot;:-1.9625389208234925,&quot;y&quot;:-47.73621967689284},&quot;rotate&quot;:0},&quot;opacity&quot;:1,&quot;path&quot;:{&quot;type&quot;:&quot;POLY_LINE&quot;,&quot;points&quot;:[{&quot;x&quot;:-16.379502896770337,&quot;y&quot;:5.038212098290796},{&quot;x&quot;:-16.379502896770337,&quot;y&quot;:-5.31069326564684},{&quot;x&quot;:16.379502896770337,&quot;y&quot;:-5.31069326564684},{&quot;x&quot;:16.379502896770337,&quot;y&quot;:5.31069326564684}],&quot;closed&quot;:false},&quot;pathStyles&quot;:[{&quot;type&quot;:&quot;FILL&quot;,&quot;fillStyle&quot;:&quot;transparent&quot;},{&quot;type&quot;:&quot;STROKE&quot;,&quot;strokeStyle&quot;:&quot;#232323&quot;,&quot;lineWidth&quot;:0.43126281812268263,&quot;lineJoin&quot;:&quot;round&quot;}],&quot;isLocked&quot;:false,&quot;parent&quot;:{&quot;type&quot;:&quot;CHILD&quot;,&quot;parentId&quot;:&quot;cc4fd439-ec72-4598-9791-bef4fca9c6b0&quot;,&quot;order&quot;:&quot;63&quot;}},&quot;44acd9be-3b69-470a-90ed-14c29e12aa90&quot;:{&quot;type&quot;:&quot;FIGURE_OBJECT&quot;,&quot;id&quot;:&quot;44acd9be-3b69-470a-90ed-14c29e12aa90&quot;,&quot;relativeTransform&quot;:{&quot;translate&quot;:{&quot;x&quot;:-39.31457739764817,&quot;y&quot;:-12.843208535871018},&quot;rotate&quot;:0},&quot;opacity&quot;:1,&quot;path&quot;:{&quot;type&quot;:&quot;POLY_LINE&quot;,&quot;points&quot;:[{&quot;x&quot;:8.118011005290516,&quot;y&quot;:8.686063148424061},{&quot;x&quot;:-8.118011005290516,&quot;y&quot;:8.686063148424061},{&quot;x&quot;:-8.118011005290516,&quot;y&quot;:-8.686063148424061},{&quot;x&quot;:2.8945590068645606,&quot;y&quot;:-8.686063148424061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65&quot;}},&quot;20bd08b7-0d39-428b-8427-cf1bb7ff23b3&quot;:{&quot;type&quot;:&quot;FIGURE_OBJECT&quot;,&quot;id&quot;:&quot;20bd08b7-0d39-428b-8427-cf1bb7ff23b3&quot;,&quot;relativeTransform&quot;:{&quot;translate&quot;:{&quot;x&quot;:-34.10248693600848,&quot;y&quot;:-20.699276365620342},&quot;rotate&quot;:0},&quot;opacity&quot;:1,&quot;path&quot;:{&quot;type&quot;:&quot;POLY_LINE&quot;,&quot;points&quot;:[{&quot;x&quot;:2.442492498737692,&quot;y&quot;:6.16848941059015},{&quot;x&quot;:-2.442492498737692,&quot;y&quot;:6.16848941059015},{&quot;x&quot;:-2.442492498737692,&quot;y&quot;:-6.16848941059015},{&quot;x&quot;:2.442492498737692,&quot;y&quot;:-6.16848941059015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66&quot;}},&quot;95edfa32-bb75-4cd8-a310-aa84c0ff2dd6&quot;:{&quot;type&quot;:&quot;FIGURE_OBJECT&quot;,&quot;id&quot;:&quot;95edfa32-bb75-4cd8-a310-aa84c0ff2dd6&quot;,&quot;relativeTransform&quot;:{&quot;translate&quot;:{&quot;x&quot;:-36.273092704879744,&quot;y&quot;:22.210298317151956},&quot;rotate&quot;:0},&quot;opacity&quot;:1,&quot;path&quot;:{&quot;type&quot;:&quot;POLY_LINE&quot;,&quot;points&quot;:[{&quot;x&quot;:4.885096022264731,&quot;y&quot;:8.686063148424061},{&quot;x&quot;:-4.885096022264731,&quot;y&quot;:8.686063148424061},{&quot;x&quot;:-4.885096022264731,&quot;y&quot;:-8.686063148424061},{&quot;x&quot;:-0.7401599760402024,&quot;y&quot;:-8.686063148424061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67&quot;}},&quot;df8f16b6-0de8-4228-a430-587704700592&quot;:{&quot;type&quot;:&quot;FIGURE_OBJECT&quot;,&quot;id&quot;:&quot;df8f16b6-0de8-4228-a430-587704700592&quot;,&quot;relativeTransform&quot;:{&quot;translate&quot;:{&quot;x&quot;:-34.433158601575194,&quot;y&quot;:13.931625946325823},&quot;rotate&quot;:0},&quot;opacity&quot;:1,&quot;path&quot;:{&quot;type&quot;:&quot;POLY_LINE&quot;,&quot;points&quot;:[{&quot;x&quot;:2.442492498737692,&quot;y&quot;:6.168489410590111},{&quot;x&quot;:-2.442492498737692,&quot;y&quot;:6.168489410590111},{&quot;x&quot;:-2.442492498737692,&quot;y&quot;:-6.168489410590111},{&quot;x&quot;:2.442492498737692,&quot;y&quot;:-6.168489410590111}],&quot;closed&quot;:false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7&quot;}},&quot;9ceb8a19-19a6-4f7d-a6ee-ea34532f5731&quot;:{&quot;type&quot;:&quot;FIGURE_OBJECT&quot;,&quot;id&quot;:&quot;9ceb8a19-19a6-4f7d-a6ee-ea34532f5731&quot;,&quot;relativeTransform&quot;:{&quot;translate&quot;:{&quot;x&quot;:-46.51379539914045,&quot;y&quot;:5.18232104481038},&quot;rotate&quot;:0},&quot;opacity&quot;:1,&quot;path&quot;:{&quot;type&quot;:&quot;POLY_LINE&quot;,&quot;points&quot;:[{&quot;x&quot;:4.919766785992802,&quot;y&quot;:17.227435035095088},{&quot;x&quot;:-4.919766785992802,&quot;y&quot;:17.227435035095088},{&quot;x&quot;:-4.919766785992802,&quot;y&quot;:-17.227435035095088},{&quot;x&quot;:-1.1567349882530247,&quot;y&quot;:-17.227435035095088}],&quot;closed&quot;:false},&quot;pathStyles&quot;:[{&quot;type&quot;:&quot;FILL&quot;,&quot;fillStyle&quot;:&quot;transparent&quot;},{&quot;type&quot;:&quot;STROKE&quot;,&quot;strokeStyle&quot;:&quot;#232323&quot;,&quot;lineWidth&quot;:0.43126281812268263,&quot;lineJoin&quot;:&quot;round&quot;}],&quot;isLocked&quot;:false,&quot;parent&quot;:{&quot;type&quot;:&quot;CHILD&quot;,&quot;parentId&quot;:&quot;cc4fd439-ec72-4598-9791-bef4fca9c6b0&quot;,&quot;order&quot;:&quot;71&quot;}},&quot;32e9ea6c-f4a9-4219-ad47-c73c5b615511&quot;:{&quot;type&quot;:&quot;FIGURE_OBJECT&quot;,&quot;id&quot;:&quot;32e9ea6c-f4a9-4219-ad47-c73c5b615511&quot;,&quot;relativeTransform&quot;:{&quot;translate&quot;:{&quot;x&quot;:1.2780364858565134,&quot;y&quot;:3.0568647176018264},&quot;rotate&quot;:0},&quot;opacity&quot;:1,&quot;path&quot;:{&quot;type&quot;:&quot;RECT&quot;,&quot;size&quot;:{&quot;x&quot;:65.01188718040943,&quot;y&quot;:70.59575890102072},&quot;cornerRounding&quot;:{&quot;type&quot;:&quot;ARC_LENGTH&quot;,&quot;global&quot;:0}},&quot;pathStyles&quot;:[{&quot;type&quot;:&quot;FILL&quot;,&quot;fillStyle&quot;:&quot;transparent&quot;},{&quot;type&quot;:&quot;STROKE&quot;,&quot;strokeStyle&quot;:&quot;#232323&quot;,&quot;lineWidth&quot;:0.4018039998789211,&quot;lineJoin&quot;:&quot;round&quot;}],&quot;isLocked&quot;:false,&quot;parent&quot;:{&quot;type&quot;:&quot;CHILD&quot;,&quot;parentId&quot;:&quot;cc4fd439-ec72-4598-9791-bef4fca9c6b0&quot;,&quot;order&quot;:&quot;95&quot;}},&quot;cee6235f-aa48-4c12-b6ea-dacdd9623183&quot;:{&quot;id&quot;:&quot;cee6235f-aa48-4c12-b6ea-dacdd9623183&quot;,&quot;name&quot;:&quot;Eppendorf tube (2-3, closed)&quot;,&quot;type&quot;:&quot;FIGURE_OBJECT&quot;,&quot;relativeTransform&quot;:{&quot;translate&quot;:{&quot;x&quot;:-15.164082094653475,&quot;y&quot;:-30.40973843460825},&quot;rotate&quot;:0,&quot;skewX&quot;:0,&quot;scale&quot;:{&quot;x&quot;:0.3510569128209343,&quot;y&quot;:0.3510569128209343}},&quot;image&quot;:{&quot;url&quot;:&quot;https://icons.biorender.com/biorender/5e41da09e250000028d2f76a/eppendorf-tube-2-3-closed.png&quot;,&quot;fallbackUrl&quot;:&quot;https://res.cloudinary.com/dlcjuc3ej/image/upload/v1581373954/ov5jqto2juiwcldidekg.svg#/keystone/api/icons/5e41da09e250000028d2f76a/eppendorf-tube-2-3-closed.svg&quot;,&quot;isPremium&quot;:false,&quot;isPacked&quot;:true,&quot;size&quot;:{&quot;x&quot;:50,&quot;y&quot;:108.64197530864197}},&quot;source&quot;:{&quot;id&quot;:&quot;5e41d9e1e250000028d2f747&quot;,&quot;type&quot;:&quot;ASSETS&quot;},&quot;isPremium&quot;:false,&quot;parent&quot;:{&quot;type&quot;:&quot;CHILD&quot;,&quot;parentId&quot;:&quot;340d6fd7-2797-49c7-86a2-b62aa3a4508a&quot;,&quot;order&quot;:&quot;99999999999&quot;}},&quot;be352d0e-090b-43dd-b5c7-62b4cc92d38d&quot;:{&quot;id&quot;:&quot;be352d0e-090b-43dd-b5c7-62b4cc92d38d&quot;,&quot;name&quot;:&quot;Eppendorf tube (2-3, open)&quot;,&quot;type&quot;:&quot;FIGURE_OBJECT&quot;,&quot;relativeTransform&quot;:{&quot;translate&quot;:{&quot;x&quot;:-93.45839162401377,&quot;y&quot;:117.80783473565572},&quot;rotate&quot;:6.283185307179586,&quot;skewX&quot;:0,&quot;scale&quot;:{&quot;x&quot;:-0.3510569128209343,&quot;y&quot;:0.3510569128209343}},&quot;image&quot;:{&quot;url&quot;:&quot;https://icons.biorender.com/biorender/5e41d88de250000028d2f6c7/eppendorf-tube-2-3-open.png&quot;,&quot;fallbackUrl&quot;:&quot;https://res.cloudinary.com/dlcjuc3ej/image/upload/v1581373572/geuyygpquus4769hcnyj.svg#/keystone/api/icons/5e41d88de250000028d2f6c7/eppendorf-tube-2-3-open.svg&quot;,&quot;isPremium&quot;:false,&quot;isPacked&quot;:true,&quot;size&quot;:{&quot;x&quot;:80,&quot;y&quot;:142.90322580645162}},&quot;source&quot;:{&quot;id&quot;:&quot;5e41d859e250000028d2f6a4&quot;,&quot;type&quot;:&quot;ASSETS&quot;},&quot;isPremium&quot;:false,&quot;parent&quot;:{&quot;type&quot;:&quot;CHILD&quot;,&quot;parentId&quot;:&quot;340d6fd7-2797-49c7-86a2-b62aa3a4508a&quot;,&quot;order&quot;:&quot;999999999995&quot;}},&quot;b940327e-dd83-461c-adf4-895fc2f2c070&quot;:{&quot;type&quot;:&quot;FIGURE_OBJECT&quot;,&quot;id&quot;:&quot;b940327e-dd83-461c-adf4-895fc2f2c070&quot;,&quot;relativeTransform&quot;:{&quot;translate&quot;:{&quot;x&quot;:-110.36827132970147,&quot;y&quot;:-15.855371470875786},&quot;rotate&quot;:-1.5707963267948966},&quot;opacity&quot;:1,&quot;path&quot;:{&quot;type&quot;:&quot;POLY_LINE&quot;,&quot;points&quot;:[{&quot;x&quot;:14.194413593924722,&quot;y&quot;:-10.205072035232007},{&quot;x&quot;:14.194413593924722,&quot;y&quot;:10.205072035232007},{&quot;x&quot;:-118.17796424107077,&quot;y&quot;:10.205072035232007}],&quot;closed&quot;:false,&quot;cornerRounding&quot;:{&quot;type&quot;:&quot;ARC_LENGTH&quot;,&quot;global&quot;:6.842946080447349}},&quot;pathStyles&quot;:[{&quot;type&quot;:&quot;FILL&quot;,&quot;fillStyle&quot;:&quot;rgba(0,0,0,0)&quot;},{&quot;type&quot;:&quot;STROKE&quot;,&quot;strokeStyle&quot;:&quot;#232323&quot;,&quot;lineWidth&quot;:0.6534532164087038,&quot;lineJoin&quot;:&quot;round&quot;}],&quot;pathMarkers&quot;:{&quot;markerEnd&quot;:{&quot;type&quot;:&quot;PATH&quot;,&quot;units&quot;:{&quot;type&quot;:&quot;STROKE_WIDTH&quot;,&quot;scale&quot;:1.4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40d6fd7-2797-49c7-86a2-b62aa3a4508a&quot;,&quot;order&quot;:&quot;9999999999955&quot;},&quot;connectorInfo&quot;:{&quot;connectedObjects&quot;:[],&quot;type&quot;:&quot;ELBOW&quot;,&quot;offset&quot;:{&quot;x&quot;:0,&quot;y&quot;:0},&quot;bending&quot;:0.1,&quot;firstElementIsHead&quot;:true,&quot;customized&quot;:false}},&quot;d7aa071c-31c9-4a5a-b5d4-3db820abd103&quot;:{&quot;type&quot;:&quot;FIGURE_OBJECT&quot;,&quot;id&quot;:&quot;d7aa071c-31c9-4a5a-b5d4-3db820abd103&quot;,&quot;relativeTransform&quot;:{&quot;translate&quot;:{&quot;x&quot;:-32.61106689594952,&quot;y&quot;:-1.3927131141306865},&quot;rotate&quot;:0},&quot;opacity&quot;:1,&quot;path&quot;:{&quot;type&quot;:&quot;POLY_LINE&quot;,&quot;points&quot;:[{&quot;x&quot;:-86.69993169966112,&quot;y&quot;:6.14430895933581},{&quot;x&quot;:-67.50089921954014,&quot;y&quot;:6.14430895933581}],&quot;closed&quot;:false},&quot;pathStyles&quot;:[{&quot;type&quot;:&quot;FILL&quot;,&quot;fillStyle&quot;:&quot;rgba(0,0,0,0)&quot;},{&quot;type&quot;:&quot;STROKE&quot;,&quot;strokeStyle&quot;:&quot;#232323&quot;,&quot;lineWidth&quot;:0.6534532164087038,&quot;lineJoin&quot;:&quot;round&quot;}],&quot;isLocked&quot;:false,&quot;parent&quot;:{&quot;type&quot;:&quot;CHILD&quot;,&quot;parentId&quot;:&quot;340d6fd7-2797-49c7-86a2-b62aa3a4508a&quot;,&quot;order&quot;:&quot;999999999996&quot;},&quot;connectorInfo&quot;:{&quot;connectedObjects&quot;:[],&quot;type&quot;:&quot;LINE&quot;,&quot;offset&quot;:{&quot;x&quot;:0,&quot;y&quot;:0},&quot;bending&quot;:0.1,&quot;firstElementIsHead&quot;:true,&quot;customized&quot;:false}},&quot;c1b3ba87-d0ae-4735-ae14-4d85a5123086&quot;:{&quot;type&quot;:&quot;FIGURE_OBJECT&quot;,&quot;id&quot;:&quot;c1b3ba87-d0ae-4735-ae14-4d85a5123086&quot;,&quot;parent&quot;:{&quot;type&quot;:&quot;CHILD&quot;,&quot;parentId&quot;:&quot;340d6fd7-2797-49c7-86a2-b62aa3a4508a&quot;,&quot;order&quot;:&quot;999&quot;},&quot;relativeTransform&quot;:{&quot;translate&quot;:{&quot;x&quot;:0,&quot;y&quot;:0},&quot;rotate&quot;:0}},&quot;267e7790-f3d2-4088-af6b-79dcc802bc49&quot;:{&quot;type&quot;:&quot;FIGURE_OBJECT&quot;,&quot;id&quot;:&quot;267e7790-f3d2-4088-af6b-79dcc802bc49&quot;,&quot;relativeTransform&quot;:{&quot;translate&quot;:{&quot;x&quot;:17.51655340406716,&quot;y&quot;:79.8819292210057},&quot;rotate&quot;:3.141592653589793,&quot;skewX&quot;:-2.302768947425413e-32},&quot;opacity&quot;:0.75,&quot;path&quot;:{&quot;type&quot;:&quot;TRIANGLE&quot;,&quot;size&quot;:{&quot;x&quot;:-79.19101177533204,&quot;y&quot;:16.516573739086624},&quot;cornerRounding&quot;:{&quot;type&quot;:&quot;ARC_LENGTH&quot;,&quot;global&quot;:2.541563988901085e-14}},&quot;pathStyles&quot;:[{&quot;type&quot;:&quot;FILL&quot;,&quot;fillStyle&quot;:&quot;rgba(166,195,218,1)&quot;},{&quot;type&quot;:&quot;STROKE&quot;,&quot;strokeStyle&quot;:&quot;rgba(23,23,23,1)&quot;,&quot;lineWidth&quot;:0,&quot;lineJoin&quot;:&quot;round&quot;}],&quot;isLocked&quot;:false,&quot;parent&quot;:{&quot;type&quot;:&quot;CHILD&quot;,&quot;parentId&quot;:&quot;c1b3ba87-d0ae-4735-ae14-4d85a5123086&quot;,&quot;order&quot;:&quot;05&quot;}},&quot;82ab57b7-0dae-41c7-9624-2cc3402dd8ac&quot;:{&quot;type&quot;:&quot;FIGURE_OBJECT&quot;,&quot;id&quot;:&quot;82ab57b7-0dae-41c7-9624-2cc3402dd8ac&quot;,&quot;relativeTransform&quot;:{&quot;translate&quot;:{&quot;x&quot;:17.529016017560174,&quot;y&quot;:40.331459960415245},&quot;rotate&quot;:-1.570796326794897,&quot;skewX&quot;:4.605537894850826e-32},&quot;opacity&quot;:1,&quot;path&quot;:{&quot;type&quot;:&quot;RECT&quot;,&quot;size&quot;:{&quot;x&quot;:62.065885380982394,&quot;y&quot;:78.64241947607063},&quot;cornerRounding&quot;:{&quot;type&quot;:&quot;ARC_LENGTH&quot;,&quot;global&quot;:0}},&quot;pathStyles&quot;:[{&quot;type&quot;:&quot;FILL&quot;,&quot;fillStyle&quot;:&quot;rgba(254,254,254,1)&quot;},{&quot;type&quot;:&quot;STROKE&quot;,&quot;strokeStyle&quot;:&quot;rgba(23,23,23,1)&quot;,&quot;lineWidth&quot;:0.5485159523127726,&quot;lineJoin&quot;:&quot;round&quot;}],&quot;isLocked&quot;:false,&quot;parent&quot;:{&quot;type&quot;:&quot;CHILD&quot;,&quot;parentId&quot;:&quot;c1b3ba87-d0ae-4735-ae14-4d85a5123086&quot;,&quot;order&quot;:&quot;1&quot;}},&quot;f56ea4db-df12-4e86-a196-23d19514cd25&quot;:{&quot;type&quot;:&quot;FIGURE_OBJECT&quot;,&quot;id&quot;:&quot;f56ea4db-df12-4e86-a196-23d19514cd25&quot;,&quot;relativeTransform&quot;:{&quot;translate&quot;:{&quot;x&quot;:21.89707978911263,&quot;y&quot;:40.080251843355775},&quot;rotate&quot;:0},&quot;opacity&quot;:1,&quot;path&quot;:{&quot;type&quot;:&quot;POLY_LINE&quot;,&quot;points&quot;:[{&quot;x&quot;:-30.275277480755133,&quot;y&quot;:-18.850862371135843},{&quot;x&quot;:-30.275277480755133,&quot;y&quot;:18.85086237113578},{&quot;x&quot;:30.275277480755165,&quot;y&quot;:18.85086237113578}],&quot;closed&quot;:false},&quot;pathStyles&quot;:[{&quot;type&quot;:&quot;FILL&quot;,&quot;fillStyle&quot;:&quot;transparent&quot;},{&quot;type&quot;:&quot;STROKE&quot;,&quot;strokeStyle&quot;:&quot;#232323&quot;,&quot;lineWidth&quot;:0.8227739284691591,&quot;lineJoin&quot;:&quot;round&quot;}],&quot;isLocked&quot;:false,&quot;parent&quot;:{&quot;type&quot;:&quot;CHILD&quot;,&quot;parentId&quot;:&quot;c1b3ba87-d0ae-4735-ae14-4d85a5123086&quot;,&quot;order&quot;:&quot;2&quot;}},&quot;b949dbc5-6f79-422d-a28e-c4cffb2bb56d&quot;:{&quot;type&quot;:&quot;FIGURE_OBJECT&quot;,&quot;id&quot;:&quot;b949dbc5-6f79-422d-a28e-c4cffb2bb56d&quot;,&quot;relativeTransform&quot;:{&quot;translate&quot;:{&quot;x&quot;:21.578421824306425,&quot;y&quot;:63.6756416451307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5.254071132237461,&quot;color&quot;:&quot;#232323&quot;,&quot;fontWeight&quot;:&quot;normal&quot;,&quot;fontStyle&quot;:&quot;italic&quot;,&quot;decoration&quot;:&quot;none&quot;,&quot;script&quot;:&quot;none&quot;},&quot;range&quot;:[0,2]}],&quot;text&quot;:&quot;m/z&quot;,&quot;baseStyle&quot;:{&quot;fontFamily&quot;:&quot;Roboto&quot;,&quot;fontSize&quot;:5.254071132237461,&quot;color&quot;:&quot;#232323&quot;,&quot;fontWeight&quot;:&quot;normal&quot;,&quot;fontStyle&quot;:&quot;italic&quot;,&quot;decoration&quot;:&quot;none&quot;,&quot;script&quot;:&quot;none&quot;}}],&quot;verticalAlign&quot;:&quot;TOP&quot;},&quot;size&quot;:{&quot;x&quot;:59.63171102222036,&quot;y&quot;:6.098896686481234},&quot;targetSize&quot;:{&quot;x&quot;:59.63171102222036,&quot;y&quot;:6.098896686481234},&quot;format&quot;:&quot;BETTER_TEXT&quot;,&quot;verticalAlign&quot;:&quot;TOP&quot;},&quot;isLocked&quot;:false,&quot;parent&quot;:{&quot;type&quot;:&quot;CHILD&quot;,&quot;parentId&quot;:&quot;c1b3ba87-d0ae-4735-ae14-4d85a5123086&quot;,&quot;order&quot;:&quot;3&quot;}},&quot;3f025447-2b1e-49f7-97d5-fc8babee7fd9&quot;:{&quot;type&quot;:&quot;FIGURE_OBJECT&quot;,&quot;id&quot;:&quot;3f025447-2b1e-49f7-97d5-fc8babee7fd9&quot;,&quot;relativeTransform&quot;:{&quot;translate&quot;:{&quot;x&quot;:-12.860382716402846,&quot;y&quot;:40.08038956795131},&quot;rotate&quot;:-1.5707963267948966,&quot;skewX&quot;:-1.1513844737127064e-32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5.2540711322374625,&quot;color&quot;:&quot;#232323&quot;,&quot;fontWeight&quot;:&quot;normal&quot;,&quot;fontStyle&quot;:&quot;normal&quot;,&quot;decoration&quot;:&quot;none&quot;,&quot;script&quot;:&quot;none&quot;},&quot;range&quot;:[0,17]}],&quot;text&quot;:&quot;Relative abundance&quot;,&quot;baseStyle&quot;:{&quot;fontFamily&quot;:&quot;Roboto&quot;,&quot;fontSize&quot;:5.2540711322374625,&quot;color&quot;:&quot;#232323&quot;,&quot;fontWeight&quot;:&quot;normal&quot;,&quot;fontStyle&quot;:&quot;normal&quot;,&quot;decoration&quot;:&quot;none&quot;,&quot;script&quot;:&quot;none&quot;}}],&quot;verticalAlign&quot;:&quot;TOP&quot;},&quot;size&quot;:{&quot;x&quot;:51.63049557459784,&quot;y&quot;:6.098896686481234},&quot;targetSize&quot;:{&quot;x&quot;:51.63049557459784,&quot;y&quot;:6.098896686481234},&quot;format&quot;:&quot;BETTER_TEXT&quot;,&quot;verticalAlign&quot;:&quot;TOP&quot;},&quot;isLocked&quot;:false,&quot;parent&quot;:{&quot;type&quot;:&quot;CHILD&quot;,&quot;parentId&quot;:&quot;c1b3ba87-d0ae-4735-ae14-4d85a5123086&quot;,&quot;order&quot;:&quot;5&quot;}},&quot;0f7da2ee-5e31-4fe8-873c-8f5bd42b1ed0&quot;:{&quot;type&quot;:&quot;FIGURE_OBJECT&quot;,&quot;id&quot;:&quot;0f7da2ee-5e31-4fe8-873c-8f5bd42b1ed0&quot;,&quot;relativeTransform&quot;:{&quot;translate&quot;:{&quot;x&quot;:35.12703217576606,&quot;y&quot;:16.069236733264738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c1b3ba87-d0ae-4735-ae14-4d85a5123086&quot;,&quot;order&quot;:&quot;6&quot;}},&quot;f3d71230-8cb3-4c25-8108-2e6182dbe887&quot;:{&quot;type&quot;:&quot;FIGURE_OBJECT&quot;,&quot;id&quot;:&quot;f3d71230-8cb3-4c25-8108-2e6182dbe887&quot;,&quot;relativeTransform&quot;:{&quot;translate&quot;:{&quot;x&quot;:0.02931189820917042,&quot;y&quot;:-0.09621948972726116},&quot;rotate&quot;:0},&quot;opacity&quot;:1,&quot;path&quot;:{&quot;type&quot;:&quot;POLY_LINE&quot;,&quot;points&quot;:[{&quot;x&quot;:-1.434604632206203,&quot;y&quot;:42.46516586202217},{&quot;x&quot;:-0.8607627793237282,&quot;y&quot;:42.46516586202217},{&quot;x&quot;:9.599765338743875e-14,&quot;y&quot;:-42.46516586202217},{&quot;x&quot;:0.8607627793238241,&quot;y&quot;:42.46516586202217},{&quot;x&quot;:1.434604632206203,&quot;y&quot;:42.46516586202217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3, 184, 150, 1)&quot;,&quot;lineWidth&quot;:0.6856449403909657,&quot;lineJoin&quot;:&quot;round&quot;}],&quot;isLocked&quot;:false,&quot;parent&quot;:{&quot;type&quot;:&quot;CHILD&quot;,&quot;parentId&quot;:&quot;0f7da2ee-5e31-4fe8-873c-8f5bd42b1ed0&quot;,&quot;order&quot;:&quot;1&quot;}},&quot;d2cec7e8-a1f3-42ab-8e15-91cedae30866&quot;:{&quot;type&quot;:&quot;FIGURE_OBJECT&quot;,&quot;id&quot;:&quot;d2cec7e8-a1f3-42ab-8e15-91cedae30866&quot;,&quot;relativeTransform&quot;:{&quot;translate&quot;:{&quot;x&quot;:2.868861902931572,&quot;y&quot;:12.924937529235795},&quot;rotate&quot;:0},&quot;opacity&quot;:1,&quot;path&quot;:{&quot;type&quot;:&quot;POLY_LINE&quot;,&quot;points&quot;:[{&quot;x&quot;:-1.4346046322061392,&quot;y&quot;:29.43411067288953},{&quot;x&quot;:-0.8607627793234721,&quot;y&quot;:29.43411067288953},{&quot;x&quot;:1.5999608897906463e-13,&quot;y&quot;:-29.43411067288953},{&quot;x&quot;:0.8607627793237922,&quot;y&quot;:29.43411067288953},{&quot;x&quot;:1.4346046322061392,&quot;y&quot;:29.43411067288953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3, 184, 150, 1)&quot;,&quot;lineWidth&quot;:0.6856449403909657,&quot;lineJoin&quot;:&quot;round&quot;}],&quot;isLocked&quot;:false,&quot;parent&quot;:{&quot;type&quot;:&quot;CHILD&quot;,&quot;parentId&quot;:&quot;0f7da2ee-5e31-4fe8-873c-8f5bd42b1ed0&quot;,&quot;order&quot;:&quot;2&quot;}},&quot;906e92d7-2e3e-4564-ac30-3e5a2564f8d7&quot;:{&quot;type&quot;:&quot;FIGURE_OBJECT&quot;,&quot;id&quot;:&quot;906e92d7-2e3e-4564-ac30-3e5a2564f8d7&quot;,&quot;relativeTransform&quot;:{&quot;translate&quot;:{&quot;x&quot;:5.708411907654102,&quot;y&quot;:25.595290399621256},&quot;rotate&quot;:0},&quot;opacity&quot;:1,&quot;path&quot;:{&quot;type&quot;:&quot;POLY_LINE&quot;,&quot;points&quot;:[{&quot;x&quot;:-1.4346046322061392,&quot;y&quot;:16.722126075746363},{&quot;x&quot;:-0.8607627793236002,&quot;y&quot;:16.722126075746363},{&quot;x&quot;:3.199921779581292e-14,&quot;y&quot;:-16.722126075746363},{&quot;x&quot;:0.8607627793234721,&quot;y&quot;:16.722126075746363},{&quot;x&quot;:1.4346046322061392,&quot;y&quot;:16.722126075746363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3, 184, 150, 1)&quot;,&quot;lineWidth&quot;:0.6856449403909657,&quot;lineJoin&quot;:&quot;round&quot;}],&quot;isLocked&quot;:false,&quot;parent&quot;:{&quot;type&quot;:&quot;CHILD&quot;,&quot;parentId&quot;:&quot;0f7da2ee-5e31-4fe8-873c-8f5bd42b1ed0&quot;,&quot;order&quot;:&quot;3&quot;}},&quot;f9450950-788f-40c1-9050-0c893d0114bf&quot;:{&quot;type&quot;:&quot;FIGURE_OBJECT&quot;,&quot;id&quot;:&quot;f9450950-788f-40c1-9050-0c893d0114bf&quot;,&quot;relativeTransform&quot;:{&quot;translate&quot;:{&quot;x&quot;:-2.7923740496543346,&quot;y&quot;:12.974870826516055},&quot;rotate&quot;:0},&quot;opacity&quot;:1,&quot;path&quot;:{&quot;type&quot;:&quot;POLY_LINE&quot;,&quot;points&quot;:[{&quot;x&quot;:-1.4346046322061392,&quot;y&quot;:29.43411067288953},{&quot;x&quot;:-0.8607627793237282,&quot;y&quot;:29.43411067288953},{&quot;x&quot;:-9.599765338743875e-14,&quot;y&quot;:-29.43411067288953},{&quot;x&quot;:0.8607627793236002,&quot;y&quot;:29.43411067288953},{&quot;x&quot;:1.4346046322061392,&quot;y&quot;:29.43411067288953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3, 184, 150, 1)&quot;,&quot;lineWidth&quot;:0.6856449403909657,&quot;lineJoin&quot;:&quot;round&quot;}],&quot;isLocked&quot;:false,&quot;parent&quot;:{&quot;type&quot;:&quot;CHILD&quot;,&quot;parentId&quot;:&quot;0f7da2ee-5e31-4fe8-873c-8f5bd42b1ed0&quot;,&quot;order&quot;:&quot;5&quot;}},&quot;eef7a165-0eff-4b90-8404-217689e65d35&quot;:{&quot;type&quot;:&quot;FIGURE_OBJECT&quot;,&quot;id&quot;:&quot;eef7a165-0eff-4b90-8404-217689e65d35&quot;,&quot;relativeTransform&quot;:{&quot;translate&quot;:{&quot;x&quot;:-5.560125321722087,&quot;y&quot;:25.759023332947713},&quot;rotate&quot;:0},&quot;opacity&quot;:1,&quot;path&quot;:{&quot;type&quot;:&quot;POLY_LINE&quot;,&quot;points&quot;:[{&quot;x&quot;:-1.4346046322061392,&quot;y&quot;:16.722126075746495},{&quot;x&quot;:-0.8607627793238241,&quot;y&quot;:16.722126075746495},{&quot;x&quot;:9.599765338743875e-14,&quot;y&quot;:-16.722126075746495},{&quot;x&quot;:0.8607627793237282,&quot;y&quot;:16.722126075746495},{&quot;x&quot;:1.4346046322061392,&quot;y&quot;:16.722126075746495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3, 184, 150, 1)&quot;,&quot;lineWidth&quot;:0.6856449403909657,&quot;lineJoin&quot;:&quot;round&quot;}],&quot;isLocked&quot;:false,&quot;parent&quot;:{&quot;type&quot;:&quot;CHILD&quot;,&quot;parentId&quot;:&quot;0f7da2ee-5e31-4fe8-873c-8f5bd42b1ed0&quot;,&quot;order&quot;:&quot;6&quot;}},&quot;2cacc53e-b38c-44e3-bab7-aceb4e58d3bc&quot;:{&quot;type&quot;:&quot;FIGURE_OBJECT&quot;,&quot;id&quot;:&quot;2cacc53e-b38c-44e3-bab7-aceb4e58d3bc&quot;,&quot;relativeTransform&quot;:{&quot;translate&quot;:{&quot;x&quot;:8.318944565360615,&quot;y&quot;:33.69968866050758},&quot;rotate&quot;:0},&quot;opacity&quot;:1,&quot;path&quot;:{&quot;type&quot;:&quot;POLY_LINE&quot;,&quot;points&quot;:[{&quot;x&quot;:-1.325107851457507,&quot;y&quot;:8.586162767336724},{&quot;x&quot;:-0.795064710874261,&quot;y&quot;:8.586162767336724},{&quot;x&quot;:-3.199921779581292e-14,&quot;y&quot;:-8.586162767336724},{&quot;x&quot;:0.7950647108746131,&quot;y&quot;:8.586162767336724},{&quot;x&quot;:1.325107851457507,&quot;y&quot;:8.586162767336724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3, 184, 150, 1)&quot;,&quot;lineWidth&quot;:0.6856449403909657,&quot;lineJoin&quot;:&quot;round&quot;}],&quot;isLocked&quot;:false,&quot;parent&quot;:{&quot;type&quot;:&quot;CHILD&quot;,&quot;parentId&quot;:&quot;0f7da2ee-5e31-4fe8-873c-8f5bd42b1ed0&quot;,&quot;order&quot;:&quot;7&quot;}},&quot;159fd27b-54c8-4c06-a495-7847c1a2162f&quot;:{&quot;type&quot;:&quot;FIGURE_OBJECT&quot;,&quot;id&quot;:&quot;159fd27b-54c8-4c06-a495-7847c1a2162f&quot;,&quot;relativeTransform&quot;:{&quot;translate&quot;:{&quot;x&quot;:-8.318944565360615,&quot;y&quot;:33.9752225844127},&quot;rotate&quot;:0},&quot;opacity&quot;:1,&quot;path&quot;:{&quot;type&quot;:&quot;POLY_LINE&quot;,&quot;points&quot;:[{&quot;x&quot;:-1.325107851457507,&quot;y&quot;:8.586162767336724},{&quot;x&quot;:-0.7950647108744209,&quot;y&quot;:8.586162767336724},{&quot;x&quot;:3.199921779581292e-14,&quot;y&quot;:-8.586162767336724},{&quot;x&quot;:0.7950647108746131,&quot;y&quot;:8.586162767336724},{&quot;x&quot;:1.325107851457507,&quot;y&quot;:8.586162767336724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3, 184, 150, 1)&quot;,&quot;lineWidth&quot;:0.6856449403909657,&quot;lineJoin&quot;:&quot;round&quot;}],&quot;isLocked&quot;:false,&quot;parent&quot;:{&quot;type&quot;:&quot;CHILD&quot;,&quot;parentId&quot;:&quot;0f7da2ee-5e31-4fe8-873c-8f5bd42b1ed0&quot;,&quot;order&quot;:&quot;8&quot;}},&quot;1a165f33-df20-4d3c-b2d6-6684270ad681&quot;:{&quot;type&quot;:&quot;FIGURE_OBJECT&quot;,&quot;id&quot;:&quot;1a165f33-df20-4d3c-b2d6-6684270ad681&quot;,&quot;parent&quot;:{&quot;type&quot;:&quot;CROP&quot;,&quot;parentId&quot;:&quot;0f7da2ee-5e31-4fe8-873c-8f5bd42b1ed0&quot;,&quot;order&quot;:&quot;5&quot;},&quot;relativeTransform&quot;:{&quot;translate&quot;:{&quot;x&quot;:0,&quot;y&quot;:19.638500285963076},&quot;rotate&quot;:0,&quot;skewX&quot;:0,&quot;scale&quot;:{&quot;x&quot;:9.644052416818122,&quot;y&quot;:22.92288506578634}},&quot;path&quot;:{&quot;type&quot;:&quot;RECT&quot;,&quot;size&quot;:{&quot;x&quot;:2,&quot;y&quot;:2}},&quot;pathStyles&quot;:[{&quot;type&quot;:&quot;FILL&quot;,&quot;fillStyle&quot;:&quot;#fff&quot;}],&quot;isFrozen&quot;:true},&quot;402976b2-4fcd-4e2c-9e05-6c640c46dcef&quot;:{&quot;type&quot;:&quot;FIGURE_OBJECT&quot;,&quot;id&quot;:&quot;402976b2-4fcd-4e2c-9e05-6c640c46dcef&quot;,&quot;relativeTransform&quot;:{&quot;translate&quot;:{&quot;x&quot;:3.184507297293325,&quot;y&quot;:38.2001945144063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c1b3ba87-d0ae-4735-ae14-4d85a5123086&quot;,&quot;order&quot;:&quot;7&quot;}},&quot;a8e70f9d-49e9-456e-943d-e41038a790a3&quot;:{&quot;type&quot;:&quot;FIGURE_OBJECT&quot;,&quot;id&quot;:&quot;a8e70f9d-49e9-456e-943d-e41038a790a3&quot;,&quot;relativeTransform&quot;:{&quot;translate&quot;:{&quot;x&quot;:-1.5469961763810849,&quot;y&quot;:-0.025749166648172964},&quot;rotate&quot;:0},&quot;opacity&quot;:1,&quot;path&quot;:{&quot;type&quot;:&quot;POLY_LINE&quot;,&quot;points&quot;:[{&quot;x&quot;:-1.5533820670102478,&quot;y&quot;:20.06731039964351},{&quot;x&quot;:-0.932029240205995,&quot;y&quot;:20.06731039964351},{&quot;x&quot;:3.83990613549755e-13,&quot;y&quot;:-20.06731039964351},{&quot;x&quot;:0.9320292402062832,&quot;y&quot;:20.06731039964351},{&quot;x&quot;:1.5533820670102478,&quot;y&quot;:20.06731039964351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8, 118, 171, 1)&quot;,&quot;lineWidth&quot;:0.6856449403909657,&quot;lineJoin&quot;:&quot;round&quot;}],&quot;isLocked&quot;:false,&quot;parent&quot;:{&quot;type&quot;:&quot;CHILD&quot;,&quot;parentId&quot;:&quot;402976b2-4fcd-4e2c-9e05-6c640c46dcef&quot;,&quot;order&quot;:&quot;1&quot;}},&quot;5d7c9a8f-6e77-4a5c-8ae1-d2f43dace493&quot;:{&quot;type&quot;:&quot;FIGURE_OBJECT&quot;,&quot;id&quot;:&quot;5d7c9a8f-6e77-4a5c-8ae1-d2f43dace493&quot;,&quot;relativeTransform&quot;:{&quot;translate&quot;:{&quot;x&quot;:1.5276530730997788,&quot;y&quot;:9.42799981079448},&quot;rotate&quot;:0},&quot;opacity&quot;:1,&quot;path&quot;:{&quot;type&quot;:&quot;POLY_LINE&quot;,&quot;points&quot;:[{&quot;x&quot;:-1.5533820670101193,&quot;y&quot;:10.603345355242741},{&quot;x&quot;:-0.932029240205899,&quot;y&quot;:10.603345355242741},{&quot;x&quot;:0,&quot;y&quot;:-10.603345355242741},{&quot;x&quot;:0.9320292402056748,&quot;y&quot;:10.603345355242741},{&quot;x&quot;:1.5533820670101193,&quot;y&quot;:10.603345355242741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8, 118, 171, 1)&quot;,&quot;lineWidth&quot;:0.6856449403909657,&quot;lineJoin&quot;:&quot;round&quot;}],&quot;isLocked&quot;:false,&quot;parent&quot;:{&quot;type&quot;:&quot;CHILD&quot;,&quot;parentId&quot;:&quot;402976b2-4fcd-4e2c-9e05-6c640c46dcef&quot;,&quot;order&quot;:&quot;2&quot;}},&quot;5ecf96a9-4c3a-4dfb-b3ad-24decd59c172&quot;:{&quot;type&quot;:&quot;FIGURE_OBJECT&quot;,&quot;id&quot;:&quot;5ecf96a9-4c3a-4dfb-b3ad-24decd59c172&quot;,&quot;relativeTransform&quot;:{&quot;translate&quot;:{&quot;x&quot;:4.602302322580658,&quot;y&quot;:16.275602690344705},&quot;rotate&quot;:0},&quot;opacity&quot;:1,&quot;path&quot;:{&quot;type&quot;:&quot;POLY_LINE&quot;,&quot;points&quot;:[{&quot;x&quot;:-1.5533820670102318,&quot;y&quot;:3.771437391554393},{&quot;x&quot;:-0.932029240206011,&quot;y&quot;:3.771437391554393},{&quot;x&quot;:0.22984616885681036,&quot;y&quot;:-3.771437391554393},{&quot;x&quot;:0.932029240205755,&quot;y&quot;:3.771437391554393},{&quot;x&quot;:1.5533820670102318,&quot;y&quot;:3.771437391554393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8, 118, 171, 1)&quot;,&quot;lineWidth&quot;:0.6856449403909657,&quot;lineJoin&quot;:&quot;round&quot;}],&quot;isLocked&quot;:false,&quot;parent&quot;:{&quot;type&quot;:&quot;CHILD&quot;,&quot;parentId&quot;:&quot;402976b2-4fcd-4e2c-9e05-6c640c46dcef&quot;,&quot;order&quot;:&quot;5&quot;}},&quot;09c61e5f-3a3e-4c0b-87d2-cd428c0c91d5&quot;:{&quot;type&quot;:&quot;FIGURE_OBJECT&quot;,&quot;id&quot;:&quot;09c61e5f-3a3e-4c0b-87d2-cd428c0c91d5&quot;,&quot;relativeTransform&quot;:{&quot;translate&quot;:{&quot;x&quot;:-4.602302322580658,&quot;y&quot;:7.1914571778407375},&quot;rotate&quot;:0},&quot;opacity&quot;:1,&quot;path&quot;:{&quot;type&quot;:&quot;POLY_LINE&quot;,&quot;points&quot;:[{&quot;x&quot;:-1.5533820670102318,&quot;y&quot;:12.901602388450947},{&quot;x&quot;:-0.932029240205755,&quot;y&quot;:12.901602388450947},{&quot;x&quot;:1.1199726228534524e-13,&quot;y&quot;:-12.901602388450947},{&quot;x&quot;:0.932029240206011,&quot;y&quot;:12.901602388450947},{&quot;x&quot;:1.5533820670102318,&quot;y&quot;:12.901602388450947}],&quot;closed&quot;:false,&quot;cornerRounding&quot;:{&quot;type&quot;:&quot;ARC_LENGTH&quot;,&quot;global&quot;:25.848205292439243}},&quot;pathStyles&quot;:[{&quot;type&quot;:&quot;FILL&quot;,&quot;fillStyle&quot;:&quot;rgba(0,0,0,0)&quot;},{&quot;type&quot;:&quot;STROKE&quot;,&quot;strokeStyle&quot;:&quot;rgba(128, 118, 171, 1)&quot;,&quot;lineWidth&quot;:0.6856449403909657,&quot;lineJoin&quot;:&quot;round&quot;}],&quot;isLocked&quot;:false,&quot;parent&quot;:{&quot;type&quot;:&quot;CHILD&quot;,&quot;parentId&quot;:&quot;402976b2-4fcd-4e2c-9e05-6c640c46dcef&quot;,&quot;order&quot;:&quot;7&quot;}},&quot;57feaac5-6062-4e35-be9c-7e1ce808af33&quot;:{&quot;type&quot;:&quot;FIGURE_OBJECT&quot;,&quot;id&quot;:&quot;57feaac5-6062-4e35-be9c-7e1ce808af33&quot;,&quot;parent&quot;:{&quot;type&quot;:&quot;CROP&quot;,&quot;parentId&quot;:&quot;402976b2-4fcd-4e2c-9e05-6c640c46dcef&quot;,&quot;order&quot;:&quot;5&quot;},&quot;relativeTransform&quot;:{&quot;translate&quot;:{&quot;x&quot;:0,&quot;y&quot;:8.965402304461405},&quot;rotate&quot;:0,&quot;skewX&quot;:0,&quot;scale&quot;:{&quot;x&quot;:6.4932335253863815,&quot;y&quot;:11.465206397625764}},&quot;path&quot;:{&quot;type&quot;:&quot;RECT&quot;,&quot;size&quot;:{&quot;x&quot;:2,&quot;y&quot;:2}},&quot;pathStyles&quot;:[{&quot;type&quot;:&quot;FILL&quot;,&quot;fillStyle&quot;:&quot;#fff&quot;}],&quot;isFrozen&quot;:true},&quot;9482e9a8-6d71-4252-81b8-0aad701a6556&quot;:{&quot;id&quot;:&quot;9482e9a8-6d71-4252-81b8-0aad701a6556&quot;,&quot;type&quot;:&quot;FIGURE_OBJECT&quot;,&quot;parent&quot;:{&quot;type&quot;:&quot;CHILD&quot;,&quot;parentId&quot;:&quot;0cf703da-7052-4c10-9309-3fafa41a39aa&quot;,&quot;order&quot;:&quot;5&quot;},&quot;source&quot;:{&quot;id&quot;:&quot;64860fcbe40128a03ddc4f01&quot;,&quot;type&quot;:&quot;TEMPLATES&quot;},&quot;assetId&quot;:&quot;64860fcbe40128a03ddc4f01&quot;,&quot;relativeTransform&quot;:{&quot;translate&quot;:{&quot;x&quot;:-153.5250431729122,&quot;y&quot;:-14.321673037805683},&quot;rotate&quot;:0}},&quot;ac0567e3-4a80-4cd6-b75f-21a72c9d0b51&quot;:{&quot;type&quot;:&quot;FIGURE_OBJECT&quot;,&quot;id&quot;:&quot;ac0567e3-4a80-4cd6-b75f-21a72c9d0b51&quot;,&quot;name&quot;:&quot;Blood vial (centrifuged 2)&quot;,&quot;relativeTransform&quot;:{&quot;translate&quot;:{&quot;x&quot;:-18.164837929275784,&quot;y&quot;:1.441718546359276},&quot;rotate&quot;:0,&quot;skewX&quot;:0,&quot;scale&quot;:{&quot;x&quot;:0.10485790961061285,&quot;y&quot;:0.10485790961061288}},&quot;opacity&quot;:1,&quot;image&quot;:{&quot;url&quot;:&quot;https://icons.biorender.com/biorender/5dbafd55c9e7d80004b85b57/20191031152827/image/blood-vial-centrifuged-2.png&quot;,&quot;fallbackUrl&quot;:&quot;https://res.cloudinary.com/dlcjuc3ej/image/upload/v1572535707/u896bdnnelv1nfbzu1q1.svg#/keystone/api/icons/5dbafd55c9e7d80004b85b57/20191031152827/image/blood-vial-centrifuged-2.svg&quot;,&quot;size&quot;:{&quot;x&quot;:65,&quot;y&quot;:239},&quot;isPremium&quot;:false,&quot;isPacked&quot;:true},&quot;source&quot;:{&quot;id&quot;:&quot;5dbafd55c9e7d80004b85b57&quot;,&quot;type&quot;:&quot;ASSETS&quot;},&quot;pathStyles&quot;:[{&quot;type&quot;:&quot;FILL&quot;,&quot;fillStyle&quot;:&quot;rgb(0,0,0)&quot;}],&quot;isLocked&quot;:false,&quot;parent&quot;:{&quot;type&quot;:&quot;CHILD&quot;,&quot;parentId&quot;:&quot;9482e9a8-6d71-4252-81b8-0aad701a6556&quot;,&quot;order&quot;:&quot;01&quot;}},&quot;40462129-e68d-4b27-a4f5-b70548607587&quot;:{&quot;type&quot;:&quot;FIGURE_OBJECT&quot;,&quot;id&quot;:&quot;40462129-e68d-4b27-a4f5-b70548607587&quot;,&quot;relativeTransform&quot;:{&quot;translate&quot;:{&quot;x&quot;:-29.499127487048714,&quot;y&quot;:-2.64833304659592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.7854473432977567,&quot;color&quot;:&quot;rgba(70,69,70,1)&quot;,&quot;fontWeight&quot;:&quot;normal&quot;,&quot;fontStyle&quot;:&quot;normal&quot;,&quot;decoration&quot;:&quot;none&quot;,&quot;script&quot;:&quot;none&quot;},&quot;range&quot;:[0,5]}],&quot;text&quot;:&quot;Plasma&quot;,&quot;baseStyle&quot;:{&quot;fontFamily&quot;:&quot;Roboto&quot;,&quot;fontSize&quot;:1.7854473432977567,&quot;color&quot;:&quot;#232323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0,&quot;charIndex&quot;:0,&quot;endOfLine&quot;:true}},&quot;size&quot;:{&quot;x&quot;:6.0010691197379264,&quot;y&quot;:2.1042772260295},&quot;targetSize&quot;:{&quot;x&quot;:6.0010691197379264,&quot;y&quot;:2.1042772260295},&quot;format&quot;:&quot;BETTER_TEXT&quot;,&quot;verticalAlign&quot;:&quot;TOP&quot;},&quot;isLocked&quot;:false,&quot;parent&quot;:{&quot;type&quot;:&quot;CHILD&quot;,&quot;parentId&quot;:&quot;9482e9a8-6d71-4252-81b8-0aad701a6556&quot;,&quot;order&quot;:&quot;1&quot;}},&quot;b02d4d38-9479-42a1-9563-2b24ce591577&quot;:{&quot;type&quot;:&quot;FIGURE_OBJECT&quot;,&quot;id&quot;:&quot;b02d4d38-9479-42a1-9563-2b24ce591577&quot;,&quot;relativeTransform&quot;:{&quot;translate&quot;:{&quot;x&quot;:-32.71612889218531,&quot;y&quot;:7.960677625562049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.7854473432977567,&quot;color&quot;:&quot;rgba(70,69,70,1)&quot;,&quot;fontWeight&quot;:&quot;normal&quot;,&quot;fontStyle&quot;:&quot;normal&quot;,&quot;decoration&quot;:&quot;none&quot;,&quot;script&quot;:&quot;none&quot;},&quot;range&quot;:[0,14]}],&quot;text&quot;:&quot;Red blood cells&quot;,&quot;baseStyle&quot;:{&quot;fontFamily&quot;:&quot;Roboto&quot;,&quot;fontSize&quot;:1.7854473432977567,&quot;color&quot;:&quot;#232323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12.43500946909827,&quot;y&quot;:2.1042772260295},&quot;targetSize&quot;:{&quot;x&quot;:12.43500946909827,&quot;y&quot;:2.1042772260295},&quot;format&quot;:&quot;BETTER_TEXT&quot;,&quot;verticalAlign&quot;:&quot;TOP&quot;},&quot;isLocked&quot;:false,&quot;parent&quot;:{&quot;type&quot;:&quot;CHILD&quot;,&quot;parentId&quot;:&quot;9482e9a8-6d71-4252-81b8-0aad701a6556&quot;,&quot;order&quot;:&quot;2&quot;}},&quot;c5729afc-6095-4173-8236-9398c73aad13&quot;:{&quot;type&quot;:&quot;FIGURE_OBJECT&quot;,&quot;id&quot;:&quot;c5729afc-6095-4173-8236-9398c73aad13&quot;,&quot;relativeTransform&quot;:{&quot;translate&quot;:{&quot;x&quot;:-23.514019499049887,&quot;y&quot;:-2.648308302339796},&quot;rotate&quot;:0},&quot;opacity&quot;:1,&quot;path&quot;:{&quot;type&quot;:&quot;BRACKET&quot;,&quot;size&quot;:{&quot;x&quot;:4.115820360782181,&quot;y&quot;:8.594641451211208},&quot;handleBase&quot;:{&quot;x&quot;:15.453774331753301,&quot;y&quot;:-0.05327800584751685},&quot;handleWidth&quot;:0,&quot;cornerRounding&quot;:{&quot;type&quot;:&quot;ARC_LENGTH&quot;,&quot;global&quot;:0}},&quot;pathStyles&quot;:[{&quot;type&quot;:&quot;FILL&quot;,&quot;fillStyle&quot;:&quot;rgba(0,0,0,0)&quot;},{&quot;type&quot;:&quot;STROKE&quot;,&quot;strokeStyle&quot;:&quot;rgba(70,69,70,1)&quot;,&quot;lineWidth&quot;:0.143473447229284,&quot;lineJoin&quot;:&quot;round&quot;}],&quot;isLocked&quot;:false,&quot;parent&quot;:{&quot;type&quot;:&quot;CHILD&quot;,&quot;parentId&quot;:&quot;9482e9a8-6d71-4252-81b8-0aad701a6556&quot;,&quot;order&quot;:&quot;3&quot;}},&quot;841680ed-b1bd-4ed4-9603-83d712cdd868&quot;:{&quot;type&quot;:&quot;FIGURE_OBJECT&quot;,&quot;id&quot;:&quot;841680ed-b1bd-4ed4-9603-83d712cdd868&quot;,&quot;relativeTransform&quot;:{&quot;translate&quot;:{&quot;x&quot;:-23.68858090197301,&quot;y&quot;:7.960663644421484},&quot;rotate&quot;:0},&quot;opacity&quot;:1,&quot;path&quot;:{&quot;type&quot;:&quot;BRACKET&quot;,&quot;size&quot;:{&quot;x&quot;:4.457391802558372,&quot;y&quot;:10.50879406963948},&quot;handleBase&quot;:{&quot;x&quot;:17.233052638063235,&quot;y&quot;:-0.3948071705429186},&quot;handleWidth&quot;:0,&quot;cornerRounding&quot;:{&quot;type&quot;:&quot;ARC_LENGTH&quot;,&quot;global&quot;:0}},&quot;pathStyles&quot;:[{&quot;type&quot;:&quot;FILL&quot;,&quot;fillStyle&quot;:&quot;rgba(0,0,0,0)&quot;},{&quot;type&quot;:&quot;STROKE&quot;,&quot;strokeStyle&quot;:&quot;rgba(70,69,70,1)&quot;,&quot;lineWidth&quot;:0.143473447229284,&quot;lineJoin&quot;:&quot;round&quot;}],&quot;isLocked&quot;:false,&quot;parent&quot;:{&quot;type&quot;:&quot;CHILD&quot;,&quot;parentId&quot;:&quot;9482e9a8-6d71-4252-81b8-0aad701a6556&quot;,&quot;order&quot;:&quot;5&quot;}},&quot;1e9bf532-9fae-4f46-83d0-3a124c36c0d9&quot;:{&quot;type&quot;:&quot;FIGURE_OBJECT&quot;,&quot;id&quot;:&quot;1e9bf532-9fae-4f46-83d0-3a124c36c0d9&quot;,&quot;relativeTransform&quot;:{&quot;translate&quot;:{&quot;x&quot;:-23.69993502835154,&quot;y&quot;:2.1544542303726892},&quot;rotate&quot;:-2.4492935982947064e-16},&quot;opacity&quot;:1,&quot;path&quot;:{&quot;type&quot;:&quot;POLY_LINE&quot;,&quot;points&quot;:[{&quot;x&quot;:2.279792661348646,&quot;y&quot;:0},{&quot;x&quot;:-2.279792661348654,&quot;y&quot;:0}],&quot;closed&quot;:false},&quot;pathStyles&quot;:[{&quot;type&quot;:&quot;FILL&quot;,&quot;fillStyle&quot;:&quot;rgba(0,0,0,0)&quot;},{&quot;type&quot;:&quot;STROKE&quot;,&quot;strokeStyle&quot;:&quot;rgba(70,69,70,1)&quot;,&quot;lineWidth&quot;:0.143473447229284,&quot;lineJoin&quot;:&quot;round&quot;}],&quot;isLocked&quot;:false,&quot;parent&quot;:{&quot;type&quot;:&quot;CHILD&quot;,&quot;parentId&quot;:&quot;9482e9a8-6d71-4252-81b8-0aad701a6556&quot;,&quot;order&quot;:&quot;6&quot;}},&quot;19c8b72a-39e6-4622-bae8-a5c06cd0b6a8&quot;:{&quot;type&quot;:&quot;FIGURE_OBJECT&quot;,&quot;id&quot;:&quot;19c8b72a-39e6-4622-bae8-a5c06cd0b6a8&quot;,&quot;relativeTransform&quot;:{&quot;translate&quot;:{&quot;x&quot;:-30.662940807374024,&quot;y&quot;:2.0465976104954864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.7854473432977567,&quot;color&quot;:&quot;rgba(70,69,70,1)&quot;,&quot;fontWeight&quot;:&quot;normal&quot;,&quot;fontStyle&quot;:&quot;normal&quot;,&quot;decoration&quot;:&quot;none&quot;,&quot;script&quot;:&quot;none&quot;},&quot;range&quot;:[0,9]}],&quot;text&quot;:&quot;Buffy coat&quot;,&quot;baseStyle&quot;:{&quot;fontFamily&quot;:&quot;Roboto&quot;,&quot;fontSize&quot;:1.7854473432977567,&quot;color&quot;:&quot;#232323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8.328750227653984,&quot;y&quot;:2.1042772260295},&quot;targetSize&quot;:{&quot;x&quot;:8.328750227653984,&quot;y&quot;:2.1042772260295},&quot;format&quot;:&quot;BETTER_TEXT&quot;,&quot;verticalAlign&quot;:&quot;TOP&quot;},&quot;isLocked&quot;:false,&quot;parent&quot;:{&quot;type&quot;:&quot;CHILD&quot;,&quot;parentId&quot;:&quot;9482e9a8-6d71-4252-81b8-0aad701a6556&quot;,&quot;order&quot;:&quot;7&quot;}},&quot;eb04d561-25c0-46df-8769-4f49b9491b9b&quot;:{&quot;relativeTransform&quot;:{&quot;translate&quot;:{&quot;x&quot;:11.370075937790004,&quot;y&quot;:1.040954446435779},&quot;rotate&quot;:0},&quot;type&quot;:&quot;FIGURE_OBJECT&quot;,&quot;id&quot;:&quot;eb04d561-25c0-46df-8769-4f49b9491b9b&quot;,&quot;name&quot;:&quot;Zoomed callout (circle, shaded tail, short)&quot;,&quot;displayName&quot;:&quot;Zoomed callout (circle, shaded tail, short)&quot;,&quot;opacity&quot;:1,&quot;source&quot;:{&quot;id&quot;:&quot;5f1b45564be18d00ab235145&quot;,&quot;type&quot;:&quot;ASSETS&quot;},&quot;pathStyles&quot;:[{&quot;type&quot;:&quot;FILL&quot;,&quot;fillStyle&quot;:&quot;rgb(0,0,0)&quot;}],&quot;isLocked&quot;:false,&quot;parent&quot;:{&quot;type&quot;:&quot;CHILD&quot;,&quot;parentId&quot;:&quot;9482e9a8-6d71-4252-81b8-0aad701a6556&quot;,&quot;order&quot;:&quot;02&quot;},&quot;isPremium&quot;:true},&quot;8ee11406-90b6-4abc-9cb3-fa24a89426da&quot;:{&quot;type&quot;:&quot;FIGURE_OBJECT&quot;,&quot;id&quot;:&quot;8ee11406-90b6-4abc-9cb3-fa24a89426da&quot;,&quot;relativeTransform&quot;:{&quot;translate&quot;:{&quot;x&quot;:0.4705398003973629,&quot;y&quot;:-4.142396997403791},&quot;rotate&quot;:0},&quot;opacity&quot;:1,&quot;path&quot;:{&quot;type&quot;:&quot;ELLIPSE&quot;,&quot;size&quot;:{&quot;x&quot;:33.95595425719363,&quot;y&quot;:33.95595425719364}},&quot;pathStyles&quot;:[{&quot;type&quot;:&quot;FILL&quot;,&quot;fillStyle&quot;:&quot;rgba(0,0,0,0)&quot;},{&quot;type&quot;:&quot;STROKE&quot;,&quot;strokeStyle&quot;:&quot;rgba(70,69,70,1)&quot;,&quot;lineWidth&quot;:0.19129792963904538,&quot;lineJoin&quot;:&quot;round&quot;}],&quot;isLocked&quot;:false,&quot;parent&quot;:{&quot;type&quot;:&quot;CHILD&quot;,&quot;parentId&quot;:&quot;eb04d561-25c0-46df-8769-4f49b9491b9b&quot;,&quot;order&quot;:&quot;5&quot;}},&quot;6c0682d2-e7cf-4409-9c86-d8f844955bbb&quot;:{&quot;type&quot;:&quot;FIGURE_OBJECT&quot;,&quot;id&quot;:&quot;6c0682d2-e7cf-4409-9c86-d8f844955bbb&quot;,&quot;relativeTransform&quot;:{&quot;translate&quot;:{&quot;x&quot;:-18.744157442055187,&quot;y&quot;:-5.681848956359362},&quot;rotate&quot;:0},&quot;opacity&quot;:1,&quot;path&quot;:{&quot;type&quot;:&quot;POLY_LINE&quot;,&quot;points&quot;:[{&quot;x&quot;:9.34397684870501,&quot;y&quot;:-12.281294600403555},{&quot;x&quot;:-10.760354257334745,&quot;y&quot;:2.4938697536173047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464546&quot;,&quot;1&quot;:&quot;#46454600&quot;,&quot;0.55&quot;:&quot;#464546&quot;}},&quot;lineWidth&quot;:0.19129792963904538,&quot;lineJoin&quot;:&quot;round&quot;,&quot;dashArray&quot;:[0]}],&quot;isLocked&quot;:false,&quot;parent&quot;:{&quot;type&quot;:&quot;CHILD&quot;,&quot;parentId&quot;:&quot;eb04d561-25c0-46df-8769-4f49b9491b9b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85470366-87f6-427b-964f-fc23ee0548d7&quot;:{&quot;type&quot;:&quot;FIGURE_OBJECT&quot;,&quot;id&quot;:&quot;85470366-87f6-427b-964f-fc23ee0548d7&quot;,&quot;relativeTransform&quot;:{&quot;translate&quot;:{&quot;x&quot;:-17.787667793859963,&quot;y&quot;:-4.725359308164134},&quot;rotate&quot;:0},&quot;opacity&quot;:1,&quot;path&quot;:{&quot;type&quot;:&quot;POLY_LINE&quot;,&quot;points&quot;:[{&quot;x&quot;:8.723748674349055,&quot;y&quot;:14.626799229680937},{&quot;x&quot;:-11.606365032157072,&quot;y&quot;:2.6007126058198473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464546&quot;,&quot;1&quot;:&quot;#46454600&quot;,&quot;0.55&quot;:&quot;#464546&quot;}},&quot;lineWidth&quot;:0.19129792963904538,&quot;lineJoin&quot;:&quot;round&quot;,&quot;dashArray&quot;:[0]}],&quot;isLocked&quot;:false,&quot;parent&quot;:{&quot;type&quot;:&quot;CHILD&quot;,&quot;parentId&quot;:&quot;eb04d561-25c0-46df-8769-4f49b9491b9b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b29fcd2e-4806-492d-bded-36e2ac53df93&quot;:{&quot;id&quot;:&quot;b29fcd2e-4806-492d-bded-36e2ac53df93&quot;,&quot;type&quot;:&quot;FIGURE_OBJECT&quot;,&quot;relativeTransform&quot;:{&quot;translate&quot;:{&quot;x&quot;:23.80948103421559,&quot;y&quot;:-8.217316559062043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.7854473432977567,&quot;color&quot;:&quot;rgb(70, 150, 239)&quot;,&quot;fontWeight&quot;:&quot;bold&quot;,&quot;fontStyle&quot;:&quot;normal&quot;,&quot;decoration&quot;:&quot;none&quot;},&quot;range&quot;:[0,1]}],&quot;text&quot;:&quot;IA&quot;}],&quot;_lastCaretLocation&quot;:{&quot;lineIndex&quot;:0,&quot;runIndex&quot;:-1,&quot;charIndex&quot;:-1,&quot;endOfLine&quot;:true}},&quot;format&quot;:&quot;BETTER_TEXT&quot;,&quot;size&quot;:{&quot;x&quot;:1.736876089846136,&quot;y&quot;:2.1042772260295},&quot;targetSize&quot;:{&quot;x&quot;:1.736876089846136,&quot;y&quot;:2.1042772260295}},&quot;parent&quot;:{&quot;type&quot;:&quot;CHILD&quot;,&quot;parentId&quot;:&quot;9482e9a8-6d71-4252-81b8-0aad701a6556&quot;,&quot;order&quot;:&quot;98&quot;}},&quot;8ccc2ffa-2ab9-48a6-a555-78abda1a9baa&quot;:{&quot;id&quot;:&quot;8ccc2ffa-2ab9-48a6-a555-78abda1a9baa&quot;,&quot;type&quot;:&quot;FIGURE_OBJECT&quot;,&quot;relativeTransform&quot;:{&quot;translate&quot;:{&quot;x&quot;:20.409013279047294,&quot;y&quot;:1.030592611526462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.7854473432977567,&quot;color&quot;:&quot;rgb(42, 169, 55)&quot;,&quot;fontWeight&quot;:&quot;bold&quot;,&quot;fontStyle&quot;:&quot;normal&quot;,&quot;decoration&quot;:&quot;none&quot;},&quot;range&quot;:[0,2]}],&quot;text&quot;:&quot;IIA&quot;}],&quot;_lastCaretLocation&quot;:{&quot;lineIndex&quot;:0,&quot;runIndex&quot;:0,&quot;charIndex&quot;:1}},&quot;format&quot;:&quot;BETTER_TEXT&quot;,&quot;size&quot;:{&quot;x&quot;:2.257154150436704,&quot;y&quot;:2.1042772260295},&quot;targetSize&quot;:{&quot;x&quot;:2.257154150436704,&quot;y&quot;:2.1042772260295}},&quot;parent&quot;:{&quot;type&quot;:&quot;CHILD&quot;,&quot;parentId&quot;:&quot;9482e9a8-6d71-4252-81b8-0aad701a6556&quot;,&quot;order&quot;:&quot;99&quot;}},&quot;b5793610-b285-4682-a71d-9214b9903846&quot;:{&quot;id&quot;:&quot;b5793610-b285-4682-a71d-9214b9903846&quot;,&quot;type&quot;:&quot;FIGURE_OBJECT&quot;,&quot;relativeTransform&quot;:{&quot;translate&quot;:{&quot;x&quot;:8.435455168967517,&quot;y&quot;:7.627921103198376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.7854473432977567,&quot;color&quot;:&quot;rgb(129, 204, 25)&quot;,&quot;fontWeight&quot;:&quot;bold&quot;,&quot;fontStyle&quot;:&quot;normal&quot;,&quot;decoration&quot;:&quot;none&quot;},&quot;range&quot;:[0,2]}],&quot;text&quot;:&quot;IIB&quot;}],&quot;_lastCaretLocation&quot;:{&quot;lineIndex&quot;:0,&quot;runIndex&quot;:-1,&quot;charIndex&quot;:-1,&quot;endOfLine&quot;:true}},&quot;format&quot;:&quot;BETTER_TEXT&quot;,&quot;size&quot;:{&quot;x&quot;:2.257154150436704,&quot;y&quot;:2.1042772260295},&quot;targetSize&quot;:{&quot;x&quot;:2.257154150436704,&quot;y&quot;:2.1042772260295}},&quot;parent&quot;:{&quot;type&quot;:&quot;CHILD&quot;,&quot;parentId&quot;:&quot;9482e9a8-6d71-4252-81b8-0aad701a6556&quot;,&quot;order&quot;:&quot;995&quot;}},&quot;d7d6681e-c1a8-44bc-a92f-f80f15ad6a9f&quot;:{&quot;id&quot;:&quot;d7d6681e-c1a8-44bc-a92f-f80f15ad6a9f&quot;,&quot;type&quot;:&quot;FIGURE_OBJECT&quot;,&quot;relativeTransform&quot;:{&quot;translate&quot;:{&quot;x&quot;:4.916247783745526,&quot;y&quot;:0.33651381302567196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.7854473432977567,&quot;color&quot;:&quot;rgb(233, 167, 20)&quot;,&quot;fontWeight&quot;:&quot;bold&quot;,&quot;fontStyle&quot;:&quot;normal&quot;,&quot;decoration&quot;:&quot;none&quot;},&quot;range&quot;:[0,3]}],&quot;text&quot;:&quot;IIIA&quot;}],&quot;_lastCaretLocation&quot;:{&quot;lineIndex&quot;:0,&quot;runIndex&quot;:-1,&quot;charIndex&quot;:-1,&quot;endOfLine&quot;:true}},&quot;format&quot;:&quot;BETTER_TEXT&quot;,&quot;size&quot;:{&quot;x&quot;:2.777432211027272,&quot;y&quot;:2.1042772260295},&quot;targetSize&quot;:{&quot;x&quot;:2.777432211027272,&quot;y&quot;:2.1042772260295}},&quot;parent&quot;:{&quot;type&quot;:&quot;CHILD&quot;,&quot;parentId&quot;:&quot;9482e9a8-6d71-4252-81b8-0aad701a6556&quot;,&quot;order&quot;:&quot;997&quot;}},&quot;4da06205-ded1-4187-be51-f5f033b3dd9e&quot;:{&quot;id&quot;:&quot;4da06205-ded1-4187-be51-f5f033b3dd9e&quot;,&quot;type&quot;:&quot;FIGURE_OBJECT&quot;,&quot;relativeTransform&quot;:{&quot;translate&quot;:{&quot;x&quot;:1.7947300806775857,&quot;y&quot;:-11.286808292432518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.7854473432977567,&quot;color&quot;:&quot;rgb(223, 95, 77)&quot;,&quot;fontWeight&quot;:&quot;bold&quot;,&quot;fontStyle&quot;:&quot;normal&quot;,&quot;decoration&quot;:&quot;none&quot;},&quot;range&quot;:[0,3]}],&quot;text&quot;:&quot;IIIB&quot;}],&quot;_lastCaretLocation&quot;:{&quot;lineIndex&quot;:0,&quot;runIndex&quot;:-1,&quot;charIndex&quot;:-1,&quot;endOfLine&quot;:true}},&quot;format&quot;:&quot;BETTER_TEXT&quot;,&quot;size&quot;:{&quot;x&quot;:2.777432211027272,&quot;y&quot;:2.1042772260295},&quot;targetSize&quot;:{&quot;x&quot;:2.777432211027272,&quot;y&quot;:2.1042772260295}},&quot;parent&quot;:{&quot;type&quot;:&quot;CHILD&quot;,&quot;parentId&quot;:&quot;9482e9a8-6d71-4252-81b8-0aad701a6556&quot;,&quot;order&quot;:&quot;998&quot;}},&quot;9d37b21e-5dd3-4257-b762-e097577a0451&quot;:{&quot;id&quot;:&quot;9d37b21e-5dd3-4257-b762-e097577a0451&quot;,&quot;type&quot;:&quot;FIGURE_OBJECT&quot;,&quot;relativeTransform&quot;:{&quot;translate&quot;:{&quot;x&quot;:14.322323267601988,&quot;y&quot;:-11.946110249758217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.7854473432977567,&quot;color&quot;:&quot;rgb(56, 158, 210)&quot;,&quot;fontWeight&quot;:&quot;bold&quot;,&quot;fontStyle&quot;:&quot;normal&quot;,&quot;decoration&quot;:&quot;none&quot;},&quot;range&quot;:[0,1]}],&quot;text&quot;:&quot;IB&quot;}],&quot;_lastCaretLocation&quot;:{&quot;lineIndex&quot;:0,&quot;runIndex&quot;:-1,&quot;charIndex&quot;:-1,&quot;endOfLine&quot;:true}},&quot;format&quot;:&quot;BETTER_TEXT&quot;,&quot;size&quot;:{&quot;x&quot;:1.736876089846136,&quot;y&quot;:2.1042772260295},&quot;targetSize&quot;:{&quot;x&quot;:1.736876089846136,&quot;y&quot;:2.1042772260295}},&quot;parent&quot;:{&quot;type&quot;:&quot;CHILD&quot;,&quot;parentId&quot;:&quot;9482e9a8-6d71-4252-81b8-0aad701a6556&quot;,&quot;order&quot;:&quot;999&quot;}},&quot;9c05710e-6747-4a3e-b98b-15170dfa6afe&quot;:{&quot;id&quot;:&quot;9c05710e-6747-4a3e-b98b-15170dfa6afe&quot;,&quot;type&quot;:&quot;FIGURE_OBJECT&quot;,&quot;relativeTransform&quot;:{&quot;translate&quot;:{&quot;x&quot;:11.852558296510065,&quot;y&quot;:-22.445085094471846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.7854473432977567,&quot;color&quot;:&quot;rgb(190, 148, 36)&quot;,&quot;fontWeight&quot;:&quot;bold&quot;,&quot;fontStyle&quot;:&quot;normal&quot;,&quot;decoration&quot;:&quot;none&quot;},&quot;range&quot;:[0,6]},{&quot;style&quot;:{&quot;fontFamily&quot;:&quot;Roboto&quot;,&quot;fontSize&quot;:1.7854473432977567,&quot;color&quot;:&quot;rgba(70,69,70,1)&quot;,&quot;fontWeight&quot;:&quot;bold&quot;,&quot;fontStyle&quot;:&quot;normal&quot;,&quot;decoration&quot;:&quot;none&quot;},&quot;range&quot;:[7,37]}],&quot;text&quot;:&quot;Albumin tertiary structure and domains&quot;}],&quot;_lastCaretLocation&quot;:{&quot;lineIndex&quot;:0,&quot;runIndex&quot;:-1,&quot;charIndex&quot;:-1,&quot;endOfLine&quot;:true}},&quot;format&quot;:&quot;BETTER_TEXT&quot;,&quot;size&quot;:{&quot;x&quot;:21.457921925885504,&quot;y&quot;:4.121832723955965},&quot;targetSize&quot;:{&quot;x&quot;:21.457921925885504,&quot;y&quot;:4.121832723955965}},&quot;parent&quot;:{&quot;type&quot;:&quot;CHILD&quot;,&quot;parentId&quot;:&quot;9482e9a8-6d71-4252-81b8-0aad701a6556&quot;,&quot;order&quot;:&quot;9995&quot;}},&quot;6a9b0b74-9b7d-40af-ba6b-a9484d036b5c&quot;:{&quot;id&quot;:&quot;6a9b0b74-9b7d-40af-ba6b-a9484d036b5c&quot;,&quot;type&quot;:&quot;FIGURE_OBJECT&quot;,&quot;relativeTransform&quot;:{&quot;translate&quot;:{&quot;x&quot;:-25.019332244364325,&quot;y&quot;:-23.042007661004178},&quot;rotate&quot;:0},&quot;text&quot;:{&quot;textData&quot;:{&quot;lineSpacing&quot;:&quot;normal&quot;,&quot;alignment&quot;:&quot;left&quot;,&quot;verticalAlign&quot;:&quot;TOP&quot;,&quot;lines&quot;:[{&quot;runs&quot;:[{&quot;range&quot;:[0,24],&quot;style&quot;:{&quot;fontWeight&quot;:&quot;bold&quot;,&quot;fontStyle&quot;:&quot;normal&quot;,&quot;fontSize&quot;:4.0810224989663,&quot;fontFamily&quot;:&quot;Roboto&quot;,&quot;color&quot;:&quot;rgb(190, 148, 36)&quot;,&quot;decoration&quot;:&quot;none&quot;}}],&quot;text&quot;:&quot;Human Serum Albumin (HSA)&quot;}],&quot;_lastCaretLocation&quot;:{&quot;lineIndex&quot;:0,&quot;runIndex&quot;:-1,&quot;charIndex&quot;:-1,&quot;endOfLine&quot;:true}},&quot;format&quot;:&quot;BETTER_TEXT&quot;,&quot;size&quot;:{&quot;x&quot;:28.878719902597783,&quot;y&quot;:9.394003664808055},&quot;targetSize&quot;:{&quot;x&quot;:28.878719902597783,&quot;y&quot;:9.394003664808055}},&quot;parent&quot;:{&quot;type&quot;:&quot;CHILD&quot;,&quot;parentId&quot;:&quot;9482e9a8-6d71-4252-81b8-0aad701a6556&quot;,&quot;order&quot;:&quot;9997&quot;}},&quot;b58245e8-c3fd-4a03-a328-94f033e478eb&quot;:{&quot;type&quot;:&quot;FIGURE_OBJECT&quot;,&quot;id&quot;:&quot;b58245e8-c3fd-4a03-a328-94f033e478eb&quot;,&quot;relativeTransform&quot;:{&quot;translate&quot;:{&quot;x&quot;:-40.94884555027907,&quot;y&quot;:-23.041984758796385},&quot;rotate&quot;:0},&quot;opacity&quot;:1,&quot;path&quot;:{&quot;type&quot;:&quot;POLY_LINE&quot;,&quot;points&quot;:[{&quot;x&quot;:0,&quot;y&quot;:-4.314349719979372},{&quot;x&quot;:0,&quot;y&quot;:4.314349719979372}],&quot;closed&quot;:false},&quot;pathStyles&quot;:[{&quot;type&quot;:&quot;FILL&quot;,&quot;fillStyle&quot;:&quot;rgba(0,0,0,0)&quot;},{&quot;type&quot;:&quot;STROKE&quot;,&quot;strokeStyle&quot;:&quot;rgb(190, 148, 36)&quot;,&quot;lineWidth&quot;:0.7651917185561815,&quot;lineJoin&quot;:&quot;round&quot;}],&quot;isLocked&quot;:false,&quot;parent&quot;:{&quot;type&quot;:&quot;CHILD&quot;,&quot;parentId&quot;:&quot;9482e9a8-6d71-4252-81b8-0aad701a6556&quot;,&quot;order&quot;:&quot;9998&quot;},&quot;connectorInfo&quot;:{&quot;connectedObjects&quot;:[],&quot;type&quot;:&quot;LINE&quot;,&quot;offset&quot;:{&quot;x&quot;:0,&quot;y&quot;:0},&quot;bending&quot;:0.1,&quot;firstElementIsHead&quot;:true,&quot;customized&quot;:false}},&quot;5939e75c-75af-4d1a-a8cc-15994512269f&quot;:{&quot;type&quot;:&quot;FIGURE_OBJECT&quot;,&quot;id&quot;:&quot;5939e75c-75af-4d1a-a8cc-15994512269f&quot;,&quot;relativeTransform&quot;:{&quot;translate&quot;:{&quot;x&quot;:11.852563638605607,&quot;y&quot;:21.702055691961},&quot;rotate&quot;:0},&quot;opacity&quot;:1,&quot;path&quot;:{&quot;type&quot;:&quot;RECT&quot;,&quot;size&quot;:{&quot;x&quot;:41.90875616902106,&quot;y&quot;:12.496605265525407},&quot;cornerRounding&quot;:{&quot;type&quot;:&quot;ARC_LENGTH&quot;,&quot;global&quot;:1.5024504260024054}},&quot;pathStyles&quot;:[{&quot;type&quot;:&quot;FILL&quot;,&quot;fillStyle&quot;:&quot;rgba(224, 184, 52, 0.25098039215686274)&quot;},{&quot;type&quot;:&quot;STROKE&quot;,&quot;strokeStyle&quot;:&quot;rgba(0,0,0,0)&quot;,&quot;lineWidth&quot;:0.19129792963904538,&quot;lineJoin&quot;:&quot;round&quot;}],&quot;isLocked&quot;:false,&quot;parent&quot;:{&quot;type&quot;:&quot;CHILD&quot;,&quot;parentId&quot;:&quot;9482e9a8-6d71-4252-81b8-0aad701a6556&quot;,&quot;order&quot;:&quot;9999&quot;},&quot;layout&quot;:{&quot;sizeRatio&quot;:{&quot;x&quot;:0.88,&quot;y&quot;:0.88},&quot;keepAspectRatio&quot;:false}},&quot;498ef08a-19be-4a27-b003-4c735373700e&quot;:{&quot;id&quot;:&quot;498ef08a-19be-4a27-b003-4c735373700e&quot;,&quot;type&quot;:&quot;FIGURE_OBJECT&quot;,&quot;relativeTransform&quot;:{&quot;translate&quot;:{&quot;x&quot;:0,&quot;y&quot;:0},&quot;rotate&quot;:0},&quot;text&quot;:{&quot;textData&quot;:{&quot;lineSpacing&quot;:&quot;normal&quot;,&quot;alignment&quot;:&quot;left&quot;,&quot;verticalAlign&quot;:&quot;TOP&quot;,&quot;lines&quot;:[{&quot;textIndent&quot;:{&quot;type&quot;:&quot;bullet&quot;,&quot;indent&quot;:1,&quot;symbol&quot;:&quot;●&quot;,&quot;unit&quot;:&quot;levels&quot;},&quot;runs&quot;:[{&quot;style&quot;:{&quot;fontFamily&quot;:&quot;Roboto&quot;,&quot;fontSize&quot;:1.785447343297757,&quot;color&quot;:&quot;rgba(70,69,70,1)&quot;,&quot;fontWeight&quot;:&quot;normal&quot;,&quot;fontStyle&quot;:&quot;normal&quot;,&quot;decoration&quot;:&quot;none&quot;,&quot;script&quot;:&quot;none&quot;},&quot;range&quot;:[0,33]}],&quot;text&quot;:&quot;Most abundant protein in the blood&quot;},{&quot;textIndent&quot;:{&quot;type&quot;:&quot;bullet&quot;,&quot;indent&quot;:1,&quot;symbol&quot;:&quot;●&quot;,&quot;unit&quot;:&quot;levels&quot;},&quot;runs&quot;:[{&quot;style&quot;:{&quot;fontFamily&quot;:&quot;Roboto&quot;,&quot;fontSize&quot;:1.785447343297757,&quot;color&quot;:&quot;rgba(70,69,70,1)&quot;,&quot;fontWeight&quot;:&quot;normal&quot;,&quot;fontStyle&quot;:&quot;normal&quot;,&quot;decoration&quot;:&quot;none&quot;},&quot;range&quot;:[0,21]}],&quot;text&quot;:&quot;58% of plasma proteins&quot;,&quot;baseStyle&quot;:{&quot;fontFamily&quot;:&quot;Roboto&quot;,&quot;fontSize&quot;:1.785447343297757,&quot;color&quot;:&quot;black&quot;,&quot;fontWeight&quot;:&quot;normal&quot;,&quot;fontStyle&quot;:&quot;normal&quot;,&quot;decoration&quot;:&quot;none&quot;,&quot;script&quot;:&quot;none&quot;}},{&quot;textIndent&quot;:{&quot;type&quot;:&quot;bullet&quot;,&quot;indent&quot;:1,&quot;symbol&quot;:&quot;●&quot;,&quot;unit&quot;:&quot;levels&quot;},&quot;runs&quot;:[{&quot;style&quot;:{&quot;fontFamily&quot;:&quot;Roboto&quot;,&quot;fontSize&quot;:1.785447343297757,&quot;color&quot;:&quot;rgba(70,69,70,1)&quot;,&quot;fontWeight&quot;:&quot;normal&quot;,&quot;fontStyle&quot;:&quot;normal&quot;,&quot;decoration&quot;:&quot;none&quot;,&quot;script&quot;:&quot;none&quot;},&quot;range&quot;:[0,25]}],&quot;text&quot;:&quot;Synthesized by hepatocytes&quot;},{&quot;textIndent&quot;:{&quot;type&quot;:&quot;bullet&quot;,&quot;indent&quot;:1,&quot;symbol&quot;:&quot;●&quot;,&quot;unit&quot;:&quot;levels&quot;},&quot;runs&quot;:[{&quot;style&quot;:{&quot;fontFamily&quot;:&quot;Roboto&quot;,&quot;fontSize&quot;:1.785447343297757,&quot;color&quot;:&quot;rgba(70,69,70,1)&quot;,&quot;fontWeight&quot;:&quot;normal&quot;,&quot;fontStyle&quot;:&quot;normal&quot;,&quot;decoration&quot;:&quot;none&quot;,&quot;script&quot;:&quot;none&quot;},&quot;range&quot;:[0,39]}],&quot;text&quot;:&quot;Maintains intravascular oncotic pressure&quot;},{&quot;textIndent&quot;:{&quot;type&quot;:&quot;bullet&quot;,&quot;indent&quot;:1,&quot;symbol&quot;:&quot;●&quot;,&quot;unit&quot;:&quot;levels&quot;},&quot;runs&quot;:[{&quot;style&quot;:{&quot;fontFamily&quot;:&quot;Roboto&quot;,&quot;fontSize&quot;:1.785447343297757,&quot;color&quot;:&quot;rgba(70,69,70,1)&quot;,&quot;fontWeight&quot;:&quot;normal&quot;,&quot;fontStyle&quot;:&quot;normal&quot;,&quot;decoration&quot;:&quot;none&quot;,&quot;script&quot;:&quot;none&quot;},&quot;range&quot;:[0,37]}],&quot;text&quot;:&quot;Caries hormones, ions, and medications&quot;}],&quot;_lastCaretLocation&quot;:{&quot;lineIndex&quot;:4,&quot;runIndex&quot;:-1,&quot;charIndex&quot;:-1,&quot;endOfLine&quot;:true}},&quot;format&quot;:&quot;BETTER_TEXT&quot;,&quot;size&quot;:{&quot;x&quot;:36.87970542873856,&quot;y&quot;:10.174499217735363},&quot;targetSize&quot;:{&quot;x&quot;:36.87970542873856,&quot;y&quot;:2}},&quot;parent&quot;:{&quot;type&quot;:&quot;CHILD&quot;,&quot;parentId&quot;:&quot;5939e75c-75af-4d1a-a8cc-15994512269f&quot;,&quot;order&quot;:&quot;5&quot;}},&quot;6e92b145-0c6f-4fc2-8f42-2502f4fac89a&quot;:{&quot;id&quot;:&quot;6e92b145-0c6f-4fc2-8f42-2502f4fac89a&quot;,&quot;displayName&quot;:&quot;1AO6&quot;,&quot;type&quot;:&quot;FIGURE_OBJECT&quot;,&quot;relativeTransform&quot;:{&quot;translate&quot;:{&quot;x&quot;:13.933116980688458,&quot;y&quot;:-1.1436678031294414},&quot;rotate&quot;:0,&quot;skewX&quot;:0,&quot;scale&quot;:{&quot;x&quot;:0.11653512483095435,&quot;y&quot;:0.11653512483095435}},&quot;image&quot;:{&quot;url&quot;:&quot;https://core.services.biorender.com/api/pdb/64757c92c146d5df2ebe12a7/1685480174578_117ccc44-f262-4167-af9b-2b54b72bfc83_icon.png&quot;,&quot;isPremium&quot;:false,&quot;isSignedURL&quot;:true,&quot;size&quot;:{&quot;x&quot;:202.5,&quot;y&quot;:209.1}},&quot;source&quot;:{&quot;id&quot;:&quot;64757c92c146d5df2ebe12a7&quot;,&quot;type&quot;:&quot;PDBS&quot;},&quot;isPremium&quot;:false,&quot;parent&quot;:{&quot;type&quot;:&quot;CHILD&quot;,&quot;parentId&quot;:&quot;9482e9a8-6d71-4252-81b8-0aad701a6556&quot;,&quot;order&quot;:&quot;01&quot;}},&quot;784451d6-e863-47b3-a767-f6e0184f98b8&quot;:{&quot;id&quot;:&quot;784451d6-e863-47b3-a767-f6e0184f98b8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57875105-f264-4eee-8889-8917bda7bde6&quot;,&quot;order&quot;:&quot;8&quot;}},&quot;57875105-f264-4eee-8889-8917bda7bde6&quot;:{&quot;id&quot;:&quot;57875105-f264-4eee-8889-8917bda7bde6&quot;,&quot;type&quot;:&quot;FIGURE_OBJECT&quot;,&quot;document&quot;:{&quot;type&quot;:&quot;DOCUMENT_GROUP&quot;,&quot;canvasType&quot;:&quot;SLIDE&quot;,&quot;units&quot;:&quot;in&quot;}}}}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90C77381347340B8D02841413EA4E1" ma:contentTypeVersion="0" ma:contentTypeDescription="Create a new document." ma:contentTypeScope="" ma:versionID="74e8f8da970ffc87aa2338b087595e0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717698-09B2-4888-9AE9-9C524DABD1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CCF5C90-8645-4D1C-AEFB-9CE3D24F6AD6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7BC5298-E2DB-4222-ACAF-6FAC9DA176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12528</TotalTime>
  <Words>863</Words>
  <Application>Microsoft Macintosh PowerPoint</Application>
  <PresentationFormat>On-screen Show (4:3)</PresentationFormat>
  <Paragraphs>126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Roboto</vt:lpstr>
      <vt:lpstr>Tahoma</vt:lpstr>
      <vt:lpstr>Times New Roman</vt:lpstr>
      <vt:lpstr>Wingdings</vt:lpstr>
      <vt:lpstr>1_Office Theme</vt:lpstr>
      <vt:lpstr>Hormone-Microbiome Interactions and Reproductive Health Outcomes in African Women</vt:lpstr>
      <vt:lpstr>Vaginal Eubiotic  Microbiome</vt:lpstr>
      <vt:lpstr>Vaginal Microbiota Dysbiosis</vt:lpstr>
      <vt:lpstr>Dysbiotic Vaginal Microbiota-Metabolome</vt:lpstr>
      <vt:lpstr>BV-STI coinfection</vt:lpstr>
      <vt:lpstr>Study rationale</vt:lpstr>
      <vt:lpstr>Aims </vt:lpstr>
      <vt:lpstr>Aims</vt:lpstr>
      <vt:lpstr>Aims</vt:lpstr>
      <vt:lpstr>Study Schema</vt:lpstr>
      <vt:lpstr>PowerPoint Presentation</vt:lpstr>
      <vt:lpstr>Stats</vt:lpstr>
      <vt:lpstr>PowerPoint Presentation</vt:lpstr>
      <vt:lpstr>Methodology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Cheryl Baxter</dc:creator>
  <cp:keywords/>
  <dc:description/>
  <cp:lastModifiedBy>Graceful Mulenga</cp:lastModifiedBy>
  <cp:revision>216</cp:revision>
  <cp:lastPrinted>2026-06-02T07:38:45Z</cp:lastPrinted>
  <dcterms:created xsi:type="dcterms:W3CDTF">2015-04-22T11:17:17Z</dcterms:created>
  <dcterms:modified xsi:type="dcterms:W3CDTF">2026-06-05T08:26:36Z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0x0101009990C77381347340B8D02841413EA4E1</vt:lpwstr>
  </property>
</Properties>
</file>